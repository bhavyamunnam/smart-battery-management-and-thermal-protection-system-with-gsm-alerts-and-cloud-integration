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9" r:id="rId4"/>
    <p:sldId id="262" r:id="rId5"/>
    <p:sldId id="268" r:id="rId6"/>
    <p:sldId id="266" r:id="rId7"/>
    <p:sldId id="264" r:id="rId8"/>
    <p:sldId id="261" r:id="rId9"/>
    <p:sldId id="258"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6D5394-43F8-45C0-8C35-76DFAB8FF9B8}" v="155" dt="2026-02-22T15:56:04.7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nnam bhavya" userId="89817c2804f01956" providerId="LiveId" clId="{673CACA1-769E-43ED-A8F8-FA56F8482530}"/>
    <pc:docChg chg="undo custSel addSld delSld modSld sldOrd">
      <pc:chgData name="munnam bhavya" userId="89817c2804f01956" providerId="LiveId" clId="{673CACA1-769E-43ED-A8F8-FA56F8482530}" dt="2026-02-22T15:59:20.074" v="1282" actId="2711"/>
      <pc:docMkLst>
        <pc:docMk/>
      </pc:docMkLst>
      <pc:sldChg chg="addSp delSp modSp mod ord modTransition modAnim">
        <pc:chgData name="munnam bhavya" userId="89817c2804f01956" providerId="LiveId" clId="{673CACA1-769E-43ED-A8F8-FA56F8482530}" dt="2026-02-22T15:45:38.497" v="1087" actId="478"/>
        <pc:sldMkLst>
          <pc:docMk/>
          <pc:sldMk cId="2701352409" sldId="256"/>
        </pc:sldMkLst>
        <pc:spChg chg="add mod">
          <ac:chgData name="munnam bhavya" userId="89817c2804f01956" providerId="LiveId" clId="{673CACA1-769E-43ED-A8F8-FA56F8482530}" dt="2026-02-22T13:35:03.289" v="273" actId="14100"/>
          <ac:spMkLst>
            <pc:docMk/>
            <pc:sldMk cId="2701352409" sldId="256"/>
            <ac:spMk id="3" creationId="{E7FDF5B8-1C55-FE60-5798-60BD676212FE}"/>
          </ac:spMkLst>
        </pc:spChg>
        <pc:spChg chg="add del mod">
          <ac:chgData name="munnam bhavya" userId="89817c2804f01956" providerId="LiveId" clId="{673CACA1-769E-43ED-A8F8-FA56F8482530}" dt="2026-02-22T15:45:38.497" v="1087" actId="478"/>
          <ac:spMkLst>
            <pc:docMk/>
            <pc:sldMk cId="2701352409" sldId="256"/>
            <ac:spMk id="9" creationId="{35DA55F4-3A84-DA9F-77CD-A027983F2319}"/>
          </ac:spMkLst>
        </pc:spChg>
        <pc:spChg chg="mod">
          <ac:chgData name="munnam bhavya" userId="89817c2804f01956" providerId="LiveId" clId="{673CACA1-769E-43ED-A8F8-FA56F8482530}" dt="2026-02-22T14:27:04.010" v="350" actId="20577"/>
          <ac:spMkLst>
            <pc:docMk/>
            <pc:sldMk cId="2701352409" sldId="256"/>
            <ac:spMk id="17" creationId="{06F6B800-2FD7-B2FA-BC80-56941A107CAD}"/>
          </ac:spMkLst>
        </pc:spChg>
        <pc:picChg chg="add mod">
          <ac:chgData name="munnam bhavya" userId="89817c2804f01956" providerId="LiveId" clId="{673CACA1-769E-43ED-A8F8-FA56F8482530}" dt="2026-02-22T14:26:34.849" v="346" actId="14100"/>
          <ac:picMkLst>
            <pc:docMk/>
            <pc:sldMk cId="2701352409" sldId="256"/>
            <ac:picMk id="5" creationId="{C830D54B-C40B-BF4C-36C0-93CDBECF947C}"/>
          </ac:picMkLst>
        </pc:picChg>
        <pc:picChg chg="add mod">
          <ac:chgData name="munnam bhavya" userId="89817c2804f01956" providerId="LiveId" clId="{673CACA1-769E-43ED-A8F8-FA56F8482530}" dt="2026-02-22T13:45:00.217" v="305" actId="1582"/>
          <ac:picMkLst>
            <pc:docMk/>
            <pc:sldMk cId="2701352409" sldId="256"/>
            <ac:picMk id="7" creationId="{8FC6A431-1408-81EE-0BD2-CC4D44510317}"/>
          </ac:picMkLst>
        </pc:picChg>
        <pc:picChg chg="del">
          <ac:chgData name="munnam bhavya" userId="89817c2804f01956" providerId="LiveId" clId="{673CACA1-769E-43ED-A8F8-FA56F8482530}" dt="2026-02-22T13:36:49.317" v="284" actId="478"/>
          <ac:picMkLst>
            <pc:docMk/>
            <pc:sldMk cId="2701352409" sldId="256"/>
            <ac:picMk id="14" creationId="{3608D838-AD00-AC37-F108-68EFC47747E4}"/>
          </ac:picMkLst>
        </pc:picChg>
        <pc:picChg chg="del">
          <ac:chgData name="munnam bhavya" userId="89817c2804f01956" providerId="LiveId" clId="{673CACA1-769E-43ED-A8F8-FA56F8482530}" dt="2026-02-22T13:35:56.982" v="274" actId="478"/>
          <ac:picMkLst>
            <pc:docMk/>
            <pc:sldMk cId="2701352409" sldId="256"/>
            <ac:picMk id="16" creationId="{9DFB5488-4A69-D4A4-0FA4-038CC170442F}"/>
          </ac:picMkLst>
        </pc:picChg>
      </pc:sldChg>
      <pc:sldChg chg="modSp mod modTransition">
        <pc:chgData name="munnam bhavya" userId="89817c2804f01956" providerId="LiveId" clId="{673CACA1-769E-43ED-A8F8-FA56F8482530}" dt="2026-02-19T09:32:55.785" v="268" actId="255"/>
        <pc:sldMkLst>
          <pc:docMk/>
          <pc:sldMk cId="2698806845" sldId="258"/>
        </pc:sldMkLst>
        <pc:spChg chg="mod">
          <ac:chgData name="munnam bhavya" userId="89817c2804f01956" providerId="LiveId" clId="{673CACA1-769E-43ED-A8F8-FA56F8482530}" dt="2026-02-19T09:32:55.785" v="268" actId="255"/>
          <ac:spMkLst>
            <pc:docMk/>
            <pc:sldMk cId="2698806845" sldId="258"/>
            <ac:spMk id="2" creationId="{FA76B1C9-1A17-5ACC-D739-A4D064A8A207}"/>
          </ac:spMkLst>
        </pc:spChg>
      </pc:sldChg>
      <pc:sldChg chg="addSp delSp modSp mod ord modTransition modAnim">
        <pc:chgData name="munnam bhavya" userId="89817c2804f01956" providerId="LiveId" clId="{673CACA1-769E-43ED-A8F8-FA56F8482530}" dt="2026-02-22T15:42:52.032" v="1080" actId="122"/>
        <pc:sldMkLst>
          <pc:docMk/>
          <pc:sldMk cId="2198849552" sldId="259"/>
        </pc:sldMkLst>
        <pc:spChg chg="del">
          <ac:chgData name="munnam bhavya" userId="89817c2804f01956" providerId="LiveId" clId="{673CACA1-769E-43ED-A8F8-FA56F8482530}" dt="2026-02-22T14:27:48.087" v="352" actId="478"/>
          <ac:spMkLst>
            <pc:docMk/>
            <pc:sldMk cId="2198849552" sldId="259"/>
            <ac:spMk id="2" creationId="{58662D72-91D4-78D6-96E0-C60BEC137A8A}"/>
          </ac:spMkLst>
        </pc:spChg>
        <pc:spChg chg="add del mod">
          <ac:chgData name="munnam bhavya" userId="89817c2804f01956" providerId="LiveId" clId="{673CACA1-769E-43ED-A8F8-FA56F8482530}" dt="2026-02-22T14:51:57.129" v="455" actId="478"/>
          <ac:spMkLst>
            <pc:docMk/>
            <pc:sldMk cId="2198849552" sldId="259"/>
            <ac:spMk id="4" creationId="{A21007E3-CD1E-E9D8-704F-DFB57D3C274D}"/>
          </ac:spMkLst>
        </pc:spChg>
        <pc:spChg chg="add del mod">
          <ac:chgData name="munnam bhavya" userId="89817c2804f01956" providerId="LiveId" clId="{673CACA1-769E-43ED-A8F8-FA56F8482530}" dt="2026-02-22T15:42:52.032" v="1080" actId="122"/>
          <ac:spMkLst>
            <pc:docMk/>
            <pc:sldMk cId="2198849552" sldId="259"/>
            <ac:spMk id="6" creationId="{272268FD-2596-8A00-FA71-BEAEB2C7C3CD}"/>
          </ac:spMkLst>
        </pc:spChg>
        <pc:picChg chg="del mod">
          <ac:chgData name="munnam bhavya" userId="89817c2804f01956" providerId="LiveId" clId="{673CACA1-769E-43ED-A8F8-FA56F8482530}" dt="2026-02-22T14:27:42.405" v="351" actId="478"/>
          <ac:picMkLst>
            <pc:docMk/>
            <pc:sldMk cId="2198849552" sldId="259"/>
            <ac:picMk id="11" creationId="{C04049BA-7969-5763-D429-CBB00E323C09}"/>
          </ac:picMkLst>
        </pc:picChg>
      </pc:sldChg>
      <pc:sldChg chg="modSp mod modTransition">
        <pc:chgData name="munnam bhavya" userId="89817c2804f01956" providerId="LiveId" clId="{673CACA1-769E-43ED-A8F8-FA56F8482530}" dt="2026-02-22T13:38:54.745" v="299" actId="255"/>
        <pc:sldMkLst>
          <pc:docMk/>
          <pc:sldMk cId="2383984579" sldId="260"/>
        </pc:sldMkLst>
        <pc:spChg chg="mod">
          <ac:chgData name="munnam bhavya" userId="89817c2804f01956" providerId="LiveId" clId="{673CACA1-769E-43ED-A8F8-FA56F8482530}" dt="2026-02-22T13:38:54.745" v="299" actId="255"/>
          <ac:spMkLst>
            <pc:docMk/>
            <pc:sldMk cId="2383984579" sldId="260"/>
            <ac:spMk id="2" creationId="{E5BE3ECD-E602-493E-4EA5-E2871108A678}"/>
          </ac:spMkLst>
        </pc:spChg>
      </pc:sldChg>
      <pc:sldChg chg="ord modTransition">
        <pc:chgData name="munnam bhavya" userId="89817c2804f01956" providerId="LiveId" clId="{673CACA1-769E-43ED-A8F8-FA56F8482530}" dt="2026-02-18T10:23:36.298" v="257"/>
        <pc:sldMkLst>
          <pc:docMk/>
          <pc:sldMk cId="1362483094" sldId="261"/>
        </pc:sldMkLst>
      </pc:sldChg>
      <pc:sldChg chg="addSp modSp mod ord modTransition modAnim">
        <pc:chgData name="munnam bhavya" userId="89817c2804f01956" providerId="LiveId" clId="{673CACA1-769E-43ED-A8F8-FA56F8482530}" dt="2026-02-22T15:59:20.074" v="1282" actId="2711"/>
        <pc:sldMkLst>
          <pc:docMk/>
          <pc:sldMk cId="1608517021" sldId="262"/>
        </pc:sldMkLst>
        <pc:spChg chg="mod">
          <ac:chgData name="munnam bhavya" userId="89817c2804f01956" providerId="LiveId" clId="{673CACA1-769E-43ED-A8F8-FA56F8482530}" dt="2026-02-19T09:53:12.258" v="271" actId="1076"/>
          <ac:spMkLst>
            <pc:docMk/>
            <pc:sldMk cId="1608517021" sldId="262"/>
            <ac:spMk id="2" creationId="{C8EF5244-D997-77AB-C3F8-5E3ADDA94B56}"/>
          </ac:spMkLst>
        </pc:spChg>
        <pc:spChg chg="mod">
          <ac:chgData name="munnam bhavya" userId="89817c2804f01956" providerId="LiveId" clId="{673CACA1-769E-43ED-A8F8-FA56F8482530}" dt="2026-02-22T15:58:36.024" v="1280" actId="20577"/>
          <ac:spMkLst>
            <pc:docMk/>
            <pc:sldMk cId="1608517021" sldId="262"/>
            <ac:spMk id="3" creationId="{7457FDE0-CA6B-FF11-D3A2-5F16A92721F8}"/>
          </ac:spMkLst>
        </pc:spChg>
        <pc:spChg chg="add mod">
          <ac:chgData name="munnam bhavya" userId="89817c2804f01956" providerId="LiveId" clId="{673CACA1-769E-43ED-A8F8-FA56F8482530}" dt="2026-02-22T15:59:20.074" v="1282" actId="2711"/>
          <ac:spMkLst>
            <pc:docMk/>
            <pc:sldMk cId="1608517021" sldId="262"/>
            <ac:spMk id="4" creationId="{AB5F311F-B4C4-5E8E-D8CB-5EB392369DCC}"/>
          </ac:spMkLst>
        </pc:spChg>
      </pc:sldChg>
      <pc:sldChg chg="addSp delSp modSp mod modTransition modAnim">
        <pc:chgData name="munnam bhavya" userId="89817c2804f01956" providerId="LiveId" clId="{673CACA1-769E-43ED-A8F8-FA56F8482530}" dt="2026-02-22T15:53:46.722" v="1248" actId="1076"/>
        <pc:sldMkLst>
          <pc:docMk/>
          <pc:sldMk cId="2535658818" sldId="264"/>
        </pc:sldMkLst>
        <pc:spChg chg="del">
          <ac:chgData name="munnam bhavya" userId="89817c2804f01956" providerId="LiveId" clId="{673CACA1-769E-43ED-A8F8-FA56F8482530}" dt="2026-02-22T14:29:11.101" v="356" actId="478"/>
          <ac:spMkLst>
            <pc:docMk/>
            <pc:sldMk cId="2535658818" sldId="264"/>
            <ac:spMk id="2" creationId="{7E55D47B-9005-C697-E6CA-AB497E0E420C}"/>
          </ac:spMkLst>
        </pc:spChg>
        <pc:spChg chg="mod">
          <ac:chgData name="munnam bhavya" userId="89817c2804f01956" providerId="LiveId" clId="{673CACA1-769E-43ED-A8F8-FA56F8482530}" dt="2026-02-22T14:29:43.948" v="368" actId="14100"/>
          <ac:spMkLst>
            <pc:docMk/>
            <pc:sldMk cId="2535658818" sldId="264"/>
            <ac:spMk id="3" creationId="{6E161A39-8834-6AD8-E55E-EA40C5E27755}"/>
          </ac:spMkLst>
        </pc:spChg>
        <pc:spChg chg="del mod">
          <ac:chgData name="munnam bhavya" userId="89817c2804f01956" providerId="LiveId" clId="{673CACA1-769E-43ED-A8F8-FA56F8482530}" dt="2026-02-22T14:29:18.936" v="358" actId="478"/>
          <ac:spMkLst>
            <pc:docMk/>
            <pc:sldMk cId="2535658818" sldId="264"/>
            <ac:spMk id="4" creationId="{1FE13DE1-85DD-1394-69D0-CBE5720DBD3F}"/>
          </ac:spMkLst>
        </pc:spChg>
        <pc:spChg chg="del mod">
          <ac:chgData name="munnam bhavya" userId="89817c2804f01956" providerId="LiveId" clId="{673CACA1-769E-43ED-A8F8-FA56F8482530}" dt="2026-02-22T14:29:33.037" v="365" actId="478"/>
          <ac:spMkLst>
            <pc:docMk/>
            <pc:sldMk cId="2535658818" sldId="264"/>
            <ac:spMk id="5" creationId="{DDD3035B-250B-CBE4-34C0-CC5BC7EE7489}"/>
          </ac:spMkLst>
        </pc:spChg>
        <pc:spChg chg="mod">
          <ac:chgData name="munnam bhavya" userId="89817c2804f01956" providerId="LiveId" clId="{673CACA1-769E-43ED-A8F8-FA56F8482530}" dt="2026-02-22T14:29:49.721" v="369" actId="1076"/>
          <ac:spMkLst>
            <pc:docMk/>
            <pc:sldMk cId="2535658818" sldId="264"/>
            <ac:spMk id="6" creationId="{F46AF5B4-DD94-0F1E-A121-1C746FAA48B7}"/>
          </ac:spMkLst>
        </pc:spChg>
        <pc:spChg chg="del">
          <ac:chgData name="munnam bhavya" userId="89817c2804f01956" providerId="LiveId" clId="{673CACA1-769E-43ED-A8F8-FA56F8482530}" dt="2026-02-22T14:29:29.889" v="363" actId="478"/>
          <ac:spMkLst>
            <pc:docMk/>
            <pc:sldMk cId="2535658818" sldId="264"/>
            <ac:spMk id="7" creationId="{4DC1301A-3062-FBF9-8FE6-EB19CCA7A360}"/>
          </ac:spMkLst>
        </pc:spChg>
        <pc:spChg chg="del">
          <ac:chgData name="munnam bhavya" userId="89817c2804f01956" providerId="LiveId" clId="{673CACA1-769E-43ED-A8F8-FA56F8482530}" dt="2026-02-22T14:29:25.336" v="360" actId="478"/>
          <ac:spMkLst>
            <pc:docMk/>
            <pc:sldMk cId="2535658818" sldId="264"/>
            <ac:spMk id="8" creationId="{DEF7BD5A-6556-C918-2408-05DA620B72E5}"/>
          </ac:spMkLst>
        </pc:spChg>
        <pc:spChg chg="add mod">
          <ac:chgData name="munnam bhavya" userId="89817c2804f01956" providerId="LiveId" clId="{673CACA1-769E-43ED-A8F8-FA56F8482530}" dt="2026-02-22T15:53:27.238" v="1244" actId="1076"/>
          <ac:spMkLst>
            <pc:docMk/>
            <pc:sldMk cId="2535658818" sldId="264"/>
            <ac:spMk id="18" creationId="{6F0572A1-2150-8DED-EB02-341B0D1CB467}"/>
          </ac:spMkLst>
        </pc:spChg>
        <pc:spChg chg="add mod">
          <ac:chgData name="munnam bhavya" userId="89817c2804f01956" providerId="LiveId" clId="{673CACA1-769E-43ED-A8F8-FA56F8482530}" dt="2026-02-22T15:53:46.722" v="1248" actId="1076"/>
          <ac:spMkLst>
            <pc:docMk/>
            <pc:sldMk cId="2535658818" sldId="264"/>
            <ac:spMk id="19" creationId="{C3A124BE-6FE0-F306-29F9-36C85960F390}"/>
          </ac:spMkLst>
        </pc:spChg>
        <pc:spChg chg="add mod">
          <ac:chgData name="munnam bhavya" userId="89817c2804f01956" providerId="LiveId" clId="{673CACA1-769E-43ED-A8F8-FA56F8482530}" dt="2026-02-22T15:53:35.713" v="1246" actId="1076"/>
          <ac:spMkLst>
            <pc:docMk/>
            <pc:sldMk cId="2535658818" sldId="264"/>
            <ac:spMk id="20" creationId="{066AC7A5-92EF-9013-B6FF-D58188853974}"/>
          </ac:spMkLst>
        </pc:spChg>
        <pc:picChg chg="add mod">
          <ac:chgData name="munnam bhavya" userId="89817c2804f01956" providerId="LiveId" clId="{673CACA1-769E-43ED-A8F8-FA56F8482530}" dt="2026-02-22T14:36:02.003" v="404" actId="14100"/>
          <ac:picMkLst>
            <pc:docMk/>
            <pc:sldMk cId="2535658818" sldId="264"/>
            <ac:picMk id="9" creationId="{2B3ABE42-6449-4332-C8D7-D032D3E6A3D6}"/>
          </ac:picMkLst>
        </pc:picChg>
        <pc:picChg chg="del mod">
          <ac:chgData name="munnam bhavya" userId="89817c2804f01956" providerId="LiveId" clId="{673CACA1-769E-43ED-A8F8-FA56F8482530}" dt="2026-02-22T14:29:08.907" v="354" actId="478"/>
          <ac:picMkLst>
            <pc:docMk/>
            <pc:sldMk cId="2535658818" sldId="264"/>
            <ac:picMk id="10" creationId="{2972A4CC-0A5A-6218-BC6D-75D718ED8F5D}"/>
          </ac:picMkLst>
        </pc:picChg>
        <pc:picChg chg="del mod">
          <ac:chgData name="munnam bhavya" userId="89817c2804f01956" providerId="LiveId" clId="{673CACA1-769E-43ED-A8F8-FA56F8482530}" dt="2026-02-22T14:29:09.998" v="355" actId="478"/>
          <ac:picMkLst>
            <pc:docMk/>
            <pc:sldMk cId="2535658818" sldId="264"/>
            <ac:picMk id="11" creationId="{4EA2BDA4-ADBB-B1A1-455B-4E2BE762F915}"/>
          </ac:picMkLst>
        </pc:picChg>
        <pc:picChg chg="del mod">
          <ac:chgData name="munnam bhavya" userId="89817c2804f01956" providerId="LiveId" clId="{673CACA1-769E-43ED-A8F8-FA56F8482530}" dt="2026-02-22T14:29:27.640" v="362" actId="478"/>
          <ac:picMkLst>
            <pc:docMk/>
            <pc:sldMk cId="2535658818" sldId="264"/>
            <ac:picMk id="12" creationId="{40FBF97E-1B76-F79D-3510-55D82D1E8312}"/>
          </ac:picMkLst>
        </pc:picChg>
        <pc:picChg chg="add mod">
          <ac:chgData name="munnam bhavya" userId="89817c2804f01956" providerId="LiveId" clId="{673CACA1-769E-43ED-A8F8-FA56F8482530}" dt="2026-02-22T14:36:09.942" v="406" actId="14100"/>
          <ac:picMkLst>
            <pc:docMk/>
            <pc:sldMk cId="2535658818" sldId="264"/>
            <ac:picMk id="13" creationId="{22A7BE80-B79A-66CE-89DB-3B6E402319CE}"/>
          </ac:picMkLst>
        </pc:picChg>
        <pc:picChg chg="del mod">
          <ac:chgData name="munnam bhavya" userId="89817c2804f01956" providerId="LiveId" clId="{673CACA1-769E-43ED-A8F8-FA56F8482530}" dt="2026-02-22T14:29:26.617" v="361" actId="478"/>
          <ac:picMkLst>
            <pc:docMk/>
            <pc:sldMk cId="2535658818" sldId="264"/>
            <ac:picMk id="14" creationId="{86C59004-EA37-AE99-5703-5E5B4600B05F}"/>
          </ac:picMkLst>
        </pc:picChg>
        <pc:picChg chg="del mod">
          <ac:chgData name="munnam bhavya" userId="89817c2804f01956" providerId="LiveId" clId="{673CACA1-769E-43ED-A8F8-FA56F8482530}" dt="2026-02-22T14:29:22.931" v="359" actId="478"/>
          <ac:picMkLst>
            <pc:docMk/>
            <pc:sldMk cId="2535658818" sldId="264"/>
            <ac:picMk id="15" creationId="{B6D7576E-3AC9-7830-0857-A5D167B1EE7B}"/>
          </ac:picMkLst>
        </pc:picChg>
        <pc:picChg chg="add mod">
          <ac:chgData name="munnam bhavya" userId="89817c2804f01956" providerId="LiveId" clId="{673CACA1-769E-43ED-A8F8-FA56F8482530}" dt="2026-02-22T14:36:19.939" v="409" actId="14100"/>
          <ac:picMkLst>
            <pc:docMk/>
            <pc:sldMk cId="2535658818" sldId="264"/>
            <ac:picMk id="16" creationId="{D139657E-A65A-9760-2D57-05EEA338492F}"/>
          </ac:picMkLst>
        </pc:picChg>
        <pc:picChg chg="add mod">
          <ac:chgData name="munnam bhavya" userId="89817c2804f01956" providerId="LiveId" clId="{673CACA1-769E-43ED-A8F8-FA56F8482530}" dt="2026-02-22T15:47:26.962" v="1104" actId="14100"/>
          <ac:picMkLst>
            <pc:docMk/>
            <pc:sldMk cId="2535658818" sldId="264"/>
            <ac:picMk id="17" creationId="{8553AC20-0B03-B667-5B1C-BC5BB56C3EBE}"/>
          </ac:picMkLst>
        </pc:picChg>
      </pc:sldChg>
      <pc:sldChg chg="addSp delSp modSp mod modTransition delAnim modAnim">
        <pc:chgData name="munnam bhavya" userId="89817c2804f01956" providerId="LiveId" clId="{673CACA1-769E-43ED-A8F8-FA56F8482530}" dt="2026-02-18T10:16:18.927" v="245"/>
        <pc:sldMkLst>
          <pc:docMk/>
          <pc:sldMk cId="2230535105" sldId="265"/>
        </pc:sldMkLst>
        <pc:spChg chg="mod">
          <ac:chgData name="munnam bhavya" userId="89817c2804f01956" providerId="LiveId" clId="{673CACA1-769E-43ED-A8F8-FA56F8482530}" dt="2026-02-17T15:24:17.816" v="99" actId="113"/>
          <ac:spMkLst>
            <pc:docMk/>
            <pc:sldMk cId="2230535105" sldId="265"/>
            <ac:spMk id="2" creationId="{6A8F24C8-318A-89A6-BD79-CC3537DA9F06}"/>
          </ac:spMkLst>
        </pc:spChg>
      </pc:sldChg>
      <pc:sldChg chg="delSp modSp mod modTransition modAnim">
        <pc:chgData name="munnam bhavya" userId="89817c2804f01956" providerId="LiveId" clId="{673CACA1-769E-43ED-A8F8-FA56F8482530}" dt="2026-02-22T15:48:24.969" v="1105" actId="14100"/>
        <pc:sldMkLst>
          <pc:docMk/>
          <pc:sldMk cId="666743157" sldId="266"/>
        </pc:sldMkLst>
        <pc:spChg chg="mod">
          <ac:chgData name="munnam bhavya" userId="89817c2804f01956" providerId="LiveId" clId="{673CACA1-769E-43ED-A8F8-FA56F8482530}" dt="2026-02-22T15:46:23.956" v="1091" actId="1076"/>
          <ac:spMkLst>
            <pc:docMk/>
            <pc:sldMk cId="666743157" sldId="266"/>
            <ac:spMk id="2" creationId="{8E720B5C-E54F-FEF7-8507-AD434CCB7A15}"/>
          </ac:spMkLst>
        </pc:spChg>
        <pc:spChg chg="mod">
          <ac:chgData name="munnam bhavya" userId="89817c2804f01956" providerId="LiveId" clId="{673CACA1-769E-43ED-A8F8-FA56F8482530}" dt="2026-02-17T16:34:33.715" v="175" actId="14100"/>
          <ac:spMkLst>
            <pc:docMk/>
            <pc:sldMk cId="666743157" sldId="266"/>
            <ac:spMk id="3" creationId="{175F6041-00D8-9884-E5E5-2A6BF8FACC40}"/>
          </ac:spMkLst>
        </pc:spChg>
        <pc:spChg chg="del">
          <ac:chgData name="munnam bhavya" userId="89817c2804f01956" providerId="LiveId" clId="{673CACA1-769E-43ED-A8F8-FA56F8482530}" dt="2026-02-22T15:43:56.137" v="1083" actId="478"/>
          <ac:spMkLst>
            <pc:docMk/>
            <pc:sldMk cId="666743157" sldId="266"/>
            <ac:spMk id="4" creationId="{3918A1D0-0937-6946-5CD9-A03791B86875}"/>
          </ac:spMkLst>
        </pc:spChg>
        <pc:spChg chg="mod">
          <ac:chgData name="munnam bhavya" userId="89817c2804f01956" providerId="LiveId" clId="{673CACA1-769E-43ED-A8F8-FA56F8482530}" dt="2026-02-22T13:39:28.594" v="302" actId="255"/>
          <ac:spMkLst>
            <pc:docMk/>
            <pc:sldMk cId="666743157" sldId="266"/>
            <ac:spMk id="5" creationId="{8A8034FD-6D86-613A-BD32-0CD55784A8A0}"/>
          </ac:spMkLst>
        </pc:spChg>
        <pc:picChg chg="mod">
          <ac:chgData name="munnam bhavya" userId="89817c2804f01956" providerId="LiveId" clId="{673CACA1-769E-43ED-A8F8-FA56F8482530}" dt="2026-02-22T15:48:24.969" v="1105" actId="14100"/>
          <ac:picMkLst>
            <pc:docMk/>
            <pc:sldMk cId="666743157" sldId="266"/>
            <ac:picMk id="7" creationId="{18C49523-C5F0-EED6-4025-585AD88687FC}"/>
          </ac:picMkLst>
        </pc:picChg>
        <pc:picChg chg="del mod">
          <ac:chgData name="munnam bhavya" userId="89817c2804f01956" providerId="LiveId" clId="{673CACA1-769E-43ED-A8F8-FA56F8482530}" dt="2026-02-22T14:28:59.891" v="353" actId="21"/>
          <ac:picMkLst>
            <pc:docMk/>
            <pc:sldMk cId="666743157" sldId="266"/>
            <ac:picMk id="8" creationId="{2B3ABE42-6449-4332-C8D7-D032D3E6A3D6}"/>
          </ac:picMkLst>
        </pc:picChg>
      </pc:sldChg>
      <pc:sldChg chg="addSp delSp modSp add del mod ord modTransition">
        <pc:chgData name="munnam bhavya" userId="89817c2804f01956" providerId="LiveId" clId="{673CACA1-769E-43ED-A8F8-FA56F8482530}" dt="2026-02-22T15:44:58.281" v="1084" actId="47"/>
        <pc:sldMkLst>
          <pc:docMk/>
          <pc:sldMk cId="2634837515" sldId="267"/>
        </pc:sldMkLst>
        <pc:spChg chg="add mod">
          <ac:chgData name="munnam bhavya" userId="89817c2804f01956" providerId="LiveId" clId="{673CACA1-769E-43ED-A8F8-FA56F8482530}" dt="2026-02-22T14:47:02.607" v="417" actId="122"/>
          <ac:spMkLst>
            <pc:docMk/>
            <pc:sldMk cId="2634837515" sldId="267"/>
            <ac:spMk id="6" creationId="{1F48753A-170E-D284-191E-53B2DB2FD558}"/>
          </ac:spMkLst>
        </pc:spChg>
      </pc:sldChg>
      <pc:sldChg chg="addSp delSp modSp new mod ord modTransition">
        <pc:chgData name="munnam bhavya" userId="89817c2804f01956" providerId="LiveId" clId="{673CACA1-769E-43ED-A8F8-FA56F8482530}" dt="2026-02-22T15:41:41.076" v="1072"/>
        <pc:sldMkLst>
          <pc:docMk/>
          <pc:sldMk cId="1797255223" sldId="268"/>
        </pc:sldMkLst>
        <pc:spChg chg="add mod">
          <ac:chgData name="munnam bhavya" userId="89817c2804f01956" providerId="LiveId" clId="{673CACA1-769E-43ED-A8F8-FA56F8482530}" dt="2026-02-22T15:40:16.929" v="1067" actId="14100"/>
          <ac:spMkLst>
            <pc:docMk/>
            <pc:sldMk cId="1797255223" sldId="268"/>
            <ac:spMk id="2" creationId="{462A2AB6-2830-076B-45FF-B87453600050}"/>
          </ac:spMkLst>
        </pc:spChg>
        <pc:spChg chg="add del mod">
          <ac:chgData name="munnam bhavya" userId="89817c2804f01956" providerId="LiveId" clId="{673CACA1-769E-43ED-A8F8-FA56F8482530}" dt="2026-02-22T14:53:54.476" v="484" actId="478"/>
          <ac:spMkLst>
            <pc:docMk/>
            <pc:sldMk cId="1797255223" sldId="268"/>
            <ac:spMk id="3" creationId="{090690C0-838E-059E-B72D-A5BC5F374545}"/>
          </ac:spMkLst>
        </pc:spChg>
        <pc:spChg chg="add mod topLvl">
          <ac:chgData name="munnam bhavya" userId="89817c2804f01956" providerId="LiveId" clId="{673CACA1-769E-43ED-A8F8-FA56F8482530}" dt="2026-02-22T15:10:16.641" v="736" actId="164"/>
          <ac:spMkLst>
            <pc:docMk/>
            <pc:sldMk cId="1797255223" sldId="268"/>
            <ac:spMk id="4" creationId="{8975BDDE-7D73-C656-B20F-CB561C8829DE}"/>
          </ac:spMkLst>
        </pc:spChg>
        <pc:spChg chg="add mod topLvl">
          <ac:chgData name="munnam bhavya" userId="89817c2804f01956" providerId="LiveId" clId="{673CACA1-769E-43ED-A8F8-FA56F8482530}" dt="2026-02-22T15:10:16.641" v="736" actId="164"/>
          <ac:spMkLst>
            <pc:docMk/>
            <pc:sldMk cId="1797255223" sldId="268"/>
            <ac:spMk id="5" creationId="{09C79AFD-DD78-BD26-0381-C64C077B5E0C}"/>
          </ac:spMkLst>
        </pc:spChg>
        <pc:spChg chg="add mod topLvl">
          <ac:chgData name="munnam bhavya" userId="89817c2804f01956" providerId="LiveId" clId="{673CACA1-769E-43ED-A8F8-FA56F8482530}" dt="2026-02-22T15:10:16.641" v="736" actId="164"/>
          <ac:spMkLst>
            <pc:docMk/>
            <pc:sldMk cId="1797255223" sldId="268"/>
            <ac:spMk id="6" creationId="{FBCD76A9-DB2C-0F73-7D02-FFB66C726CD5}"/>
          </ac:spMkLst>
        </pc:spChg>
        <pc:spChg chg="add mod topLvl">
          <ac:chgData name="munnam bhavya" userId="89817c2804f01956" providerId="LiveId" clId="{673CACA1-769E-43ED-A8F8-FA56F8482530}" dt="2026-02-22T15:10:16.641" v="736" actId="164"/>
          <ac:spMkLst>
            <pc:docMk/>
            <pc:sldMk cId="1797255223" sldId="268"/>
            <ac:spMk id="7" creationId="{C704574A-FF85-D456-69FA-8DD1BF6F130F}"/>
          </ac:spMkLst>
        </pc:spChg>
        <pc:spChg chg="add mod">
          <ac:chgData name="munnam bhavya" userId="89817c2804f01956" providerId="LiveId" clId="{673CACA1-769E-43ED-A8F8-FA56F8482530}" dt="2026-02-22T14:56:11.344" v="502" actId="1582"/>
          <ac:spMkLst>
            <pc:docMk/>
            <pc:sldMk cId="1797255223" sldId="268"/>
            <ac:spMk id="8" creationId="{561E10C8-D7F2-2EEE-4CA2-9CB0995CDFCA}"/>
          </ac:spMkLst>
        </pc:spChg>
        <pc:spChg chg="add mod">
          <ac:chgData name="munnam bhavya" userId="89817c2804f01956" providerId="LiveId" clId="{673CACA1-769E-43ED-A8F8-FA56F8482530}" dt="2026-02-22T14:56:11.344" v="502" actId="1582"/>
          <ac:spMkLst>
            <pc:docMk/>
            <pc:sldMk cId="1797255223" sldId="268"/>
            <ac:spMk id="9" creationId="{EF88536E-9DFA-D611-07A4-3885DE3B0703}"/>
          </ac:spMkLst>
        </pc:spChg>
        <pc:spChg chg="add mod">
          <ac:chgData name="munnam bhavya" userId="89817c2804f01956" providerId="LiveId" clId="{673CACA1-769E-43ED-A8F8-FA56F8482530}" dt="2026-02-22T15:26:40.119" v="939" actId="1076"/>
          <ac:spMkLst>
            <pc:docMk/>
            <pc:sldMk cId="1797255223" sldId="268"/>
            <ac:spMk id="10" creationId="{83653D01-077B-F357-A8CE-4A283176970D}"/>
          </ac:spMkLst>
        </pc:spChg>
        <pc:spChg chg="add mod">
          <ac:chgData name="munnam bhavya" userId="89817c2804f01956" providerId="LiveId" clId="{673CACA1-769E-43ED-A8F8-FA56F8482530}" dt="2026-02-22T14:55:07.625" v="492" actId="164"/>
          <ac:spMkLst>
            <pc:docMk/>
            <pc:sldMk cId="1797255223" sldId="268"/>
            <ac:spMk id="11" creationId="{7C0EEDFD-7B83-3D65-AB9A-28F5524D6EA4}"/>
          </ac:spMkLst>
        </pc:spChg>
        <pc:spChg chg="add mod">
          <ac:chgData name="munnam bhavya" userId="89817c2804f01956" providerId="LiveId" clId="{673CACA1-769E-43ED-A8F8-FA56F8482530}" dt="2026-02-22T14:56:11.344" v="502" actId="1582"/>
          <ac:spMkLst>
            <pc:docMk/>
            <pc:sldMk cId="1797255223" sldId="268"/>
            <ac:spMk id="12" creationId="{9F96CF6D-9380-F32A-3D3F-95DF32731248}"/>
          </ac:spMkLst>
        </pc:spChg>
        <pc:spChg chg="add mod">
          <ac:chgData name="munnam bhavya" userId="89817c2804f01956" providerId="LiveId" clId="{673CACA1-769E-43ED-A8F8-FA56F8482530}" dt="2026-02-22T15:29:56.694" v="948" actId="164"/>
          <ac:spMkLst>
            <pc:docMk/>
            <pc:sldMk cId="1797255223" sldId="268"/>
            <ac:spMk id="13" creationId="{4DE31BD2-0848-D3D3-4C74-59CC22B01ABE}"/>
          </ac:spMkLst>
        </pc:spChg>
        <pc:spChg chg="add del mod">
          <ac:chgData name="munnam bhavya" userId="89817c2804f01956" providerId="LiveId" clId="{673CACA1-769E-43ED-A8F8-FA56F8482530}" dt="2026-02-22T14:55:48.442" v="500"/>
          <ac:spMkLst>
            <pc:docMk/>
            <pc:sldMk cId="1797255223" sldId="268"/>
            <ac:spMk id="15" creationId="{FBF3C4BB-43A8-6958-0A99-3C16AAE133AE}"/>
          </ac:spMkLst>
        </pc:spChg>
        <pc:spChg chg="add mod">
          <ac:chgData name="munnam bhavya" userId="89817c2804f01956" providerId="LiveId" clId="{673CACA1-769E-43ED-A8F8-FA56F8482530}" dt="2026-02-22T15:27:37.910" v="943" actId="207"/>
          <ac:spMkLst>
            <pc:docMk/>
            <pc:sldMk cId="1797255223" sldId="268"/>
            <ac:spMk id="16" creationId="{5C66CCEB-FE11-CA15-40B9-80464A99F96C}"/>
          </ac:spMkLst>
        </pc:spChg>
        <pc:spChg chg="add mod">
          <ac:chgData name="munnam bhavya" userId="89817c2804f01956" providerId="LiveId" clId="{673CACA1-769E-43ED-A8F8-FA56F8482530}" dt="2026-02-22T15:29:56.694" v="948" actId="164"/>
          <ac:spMkLst>
            <pc:docMk/>
            <pc:sldMk cId="1797255223" sldId="268"/>
            <ac:spMk id="17" creationId="{DCEB937A-9387-FB7C-FC5E-74D139C70A17}"/>
          </ac:spMkLst>
        </pc:spChg>
        <pc:spChg chg="add del mod">
          <ac:chgData name="munnam bhavya" userId="89817c2804f01956" providerId="LiveId" clId="{673CACA1-769E-43ED-A8F8-FA56F8482530}" dt="2026-02-22T15:00:35.821" v="576" actId="478"/>
          <ac:spMkLst>
            <pc:docMk/>
            <pc:sldMk cId="1797255223" sldId="268"/>
            <ac:spMk id="18" creationId="{B92D2D94-87D6-F86C-F958-65C208EF8005}"/>
          </ac:spMkLst>
        </pc:spChg>
        <pc:spChg chg="add mod">
          <ac:chgData name="munnam bhavya" userId="89817c2804f01956" providerId="LiveId" clId="{673CACA1-769E-43ED-A8F8-FA56F8482530}" dt="2026-02-22T15:10:16.641" v="736" actId="164"/>
          <ac:spMkLst>
            <pc:docMk/>
            <pc:sldMk cId="1797255223" sldId="268"/>
            <ac:spMk id="19" creationId="{2EE69FA5-9902-FF40-5EE4-B74338D68418}"/>
          </ac:spMkLst>
        </pc:spChg>
        <pc:spChg chg="add mod topLvl">
          <ac:chgData name="munnam bhavya" userId="89817c2804f01956" providerId="LiveId" clId="{673CACA1-769E-43ED-A8F8-FA56F8482530}" dt="2026-02-22T15:10:16.641" v="736" actId="164"/>
          <ac:spMkLst>
            <pc:docMk/>
            <pc:sldMk cId="1797255223" sldId="268"/>
            <ac:spMk id="20" creationId="{C9E1461C-D3D0-C6C2-DED7-37F1E7D494C8}"/>
          </ac:spMkLst>
        </pc:spChg>
        <pc:spChg chg="add mod">
          <ac:chgData name="munnam bhavya" userId="89817c2804f01956" providerId="LiveId" clId="{673CACA1-769E-43ED-A8F8-FA56F8482530}" dt="2026-02-22T15:10:16.641" v="736" actId="164"/>
          <ac:spMkLst>
            <pc:docMk/>
            <pc:sldMk cId="1797255223" sldId="268"/>
            <ac:spMk id="21" creationId="{ECEAB150-6818-B7F5-5547-25017AC73D5D}"/>
          </ac:spMkLst>
        </pc:spChg>
        <pc:spChg chg="add mod">
          <ac:chgData name="munnam bhavya" userId="89817c2804f01956" providerId="LiveId" clId="{673CACA1-769E-43ED-A8F8-FA56F8482530}" dt="2026-02-22T15:24:05.702" v="903" actId="1076"/>
          <ac:spMkLst>
            <pc:docMk/>
            <pc:sldMk cId="1797255223" sldId="268"/>
            <ac:spMk id="22" creationId="{0F5880CB-10AB-FE4F-7B37-52CB895A2304}"/>
          </ac:spMkLst>
        </pc:spChg>
        <pc:spChg chg="add mod">
          <ac:chgData name="munnam bhavya" userId="89817c2804f01956" providerId="LiveId" clId="{673CACA1-769E-43ED-A8F8-FA56F8482530}" dt="2026-02-22T15:10:16.641" v="736" actId="164"/>
          <ac:spMkLst>
            <pc:docMk/>
            <pc:sldMk cId="1797255223" sldId="268"/>
            <ac:spMk id="24" creationId="{5BDA9D73-E9F6-8292-3127-F60E2EE0A293}"/>
          </ac:spMkLst>
        </pc:spChg>
        <pc:spChg chg="add del mod">
          <ac:chgData name="munnam bhavya" userId="89817c2804f01956" providerId="LiveId" clId="{673CACA1-769E-43ED-A8F8-FA56F8482530}" dt="2026-02-22T15:11:05.603" v="740" actId="478"/>
          <ac:spMkLst>
            <pc:docMk/>
            <pc:sldMk cId="1797255223" sldId="268"/>
            <ac:spMk id="28" creationId="{789CF711-A13F-F439-8052-D93F689FEE90}"/>
          </ac:spMkLst>
        </pc:spChg>
        <pc:spChg chg="add mod">
          <ac:chgData name="munnam bhavya" userId="89817c2804f01956" providerId="LiveId" clId="{673CACA1-769E-43ED-A8F8-FA56F8482530}" dt="2026-02-22T15:14:58.472" v="828" actId="164"/>
          <ac:spMkLst>
            <pc:docMk/>
            <pc:sldMk cId="1797255223" sldId="268"/>
            <ac:spMk id="29" creationId="{DF8CF1FB-C958-88A1-3C7F-EB75990CD089}"/>
          </ac:spMkLst>
        </pc:spChg>
        <pc:spChg chg="add mod">
          <ac:chgData name="munnam bhavya" userId="89817c2804f01956" providerId="LiveId" clId="{673CACA1-769E-43ED-A8F8-FA56F8482530}" dt="2026-02-22T15:14:58.472" v="828" actId="164"/>
          <ac:spMkLst>
            <pc:docMk/>
            <pc:sldMk cId="1797255223" sldId="268"/>
            <ac:spMk id="30" creationId="{52BBBCFC-D758-118B-C0C0-D9D0D710BF27}"/>
          </ac:spMkLst>
        </pc:spChg>
        <pc:spChg chg="add del mod">
          <ac:chgData name="munnam bhavya" userId="89817c2804f01956" providerId="LiveId" clId="{673CACA1-769E-43ED-A8F8-FA56F8482530}" dt="2026-02-22T15:12:45.740" v="785" actId="478"/>
          <ac:spMkLst>
            <pc:docMk/>
            <pc:sldMk cId="1797255223" sldId="268"/>
            <ac:spMk id="31" creationId="{ACB1B5DF-49FC-CF55-6DA2-C7D581E2C71A}"/>
          </ac:spMkLst>
        </pc:spChg>
        <pc:spChg chg="add mod">
          <ac:chgData name="munnam bhavya" userId="89817c2804f01956" providerId="LiveId" clId="{673CACA1-769E-43ED-A8F8-FA56F8482530}" dt="2026-02-22T15:26:51.998" v="941" actId="1076"/>
          <ac:spMkLst>
            <pc:docMk/>
            <pc:sldMk cId="1797255223" sldId="268"/>
            <ac:spMk id="32" creationId="{FB28A6A8-D309-D722-C2F9-1CC62C93ACC1}"/>
          </ac:spMkLst>
        </pc:spChg>
        <pc:spChg chg="add mod">
          <ac:chgData name="munnam bhavya" userId="89817c2804f01956" providerId="LiveId" clId="{673CACA1-769E-43ED-A8F8-FA56F8482530}" dt="2026-02-22T15:14:58.472" v="828" actId="164"/>
          <ac:spMkLst>
            <pc:docMk/>
            <pc:sldMk cId="1797255223" sldId="268"/>
            <ac:spMk id="33" creationId="{282265D4-A071-05B2-5E08-D65B3BA97033}"/>
          </ac:spMkLst>
        </pc:spChg>
        <pc:spChg chg="add mod">
          <ac:chgData name="munnam bhavya" userId="89817c2804f01956" providerId="LiveId" clId="{673CACA1-769E-43ED-A8F8-FA56F8482530}" dt="2026-02-22T15:14:58.472" v="828" actId="164"/>
          <ac:spMkLst>
            <pc:docMk/>
            <pc:sldMk cId="1797255223" sldId="268"/>
            <ac:spMk id="34" creationId="{CF4895AA-00E9-CB0E-A269-4327DF5F7674}"/>
          </ac:spMkLst>
        </pc:spChg>
        <pc:spChg chg="add del mod">
          <ac:chgData name="munnam bhavya" userId="89817c2804f01956" providerId="LiveId" clId="{673CACA1-769E-43ED-A8F8-FA56F8482530}" dt="2026-02-22T15:15:56.840" v="833" actId="478"/>
          <ac:spMkLst>
            <pc:docMk/>
            <pc:sldMk cId="1797255223" sldId="268"/>
            <ac:spMk id="36" creationId="{99FB9584-67CD-B10D-DB13-588CB6FDE75F}"/>
          </ac:spMkLst>
        </pc:spChg>
        <pc:spChg chg="add del mod">
          <ac:chgData name="munnam bhavya" userId="89817c2804f01956" providerId="LiveId" clId="{673CACA1-769E-43ED-A8F8-FA56F8482530}" dt="2026-02-22T15:23:07.084" v="891" actId="478"/>
          <ac:spMkLst>
            <pc:docMk/>
            <pc:sldMk cId="1797255223" sldId="268"/>
            <ac:spMk id="37" creationId="{897E9367-2B96-9EC5-A083-BF172657BF55}"/>
          </ac:spMkLst>
        </pc:spChg>
        <pc:spChg chg="add del mod">
          <ac:chgData name="munnam bhavya" userId="89817c2804f01956" providerId="LiveId" clId="{673CACA1-769E-43ED-A8F8-FA56F8482530}" dt="2026-02-22T15:23:06.208" v="890" actId="478"/>
          <ac:spMkLst>
            <pc:docMk/>
            <pc:sldMk cId="1797255223" sldId="268"/>
            <ac:spMk id="38" creationId="{13AE1A63-8DC5-18E0-F322-EBBAE429173F}"/>
          </ac:spMkLst>
        </pc:spChg>
        <pc:spChg chg="add del mod">
          <ac:chgData name="munnam bhavya" userId="89817c2804f01956" providerId="LiveId" clId="{673CACA1-769E-43ED-A8F8-FA56F8482530}" dt="2026-02-22T15:23:08.275" v="892" actId="478"/>
          <ac:spMkLst>
            <pc:docMk/>
            <pc:sldMk cId="1797255223" sldId="268"/>
            <ac:spMk id="39" creationId="{D4D46C50-0734-1E77-9852-84FBA811FD8C}"/>
          </ac:spMkLst>
        </pc:spChg>
        <pc:spChg chg="add del mod">
          <ac:chgData name="munnam bhavya" userId="89817c2804f01956" providerId="LiveId" clId="{673CACA1-769E-43ED-A8F8-FA56F8482530}" dt="2026-02-22T15:23:13.863" v="897" actId="478"/>
          <ac:spMkLst>
            <pc:docMk/>
            <pc:sldMk cId="1797255223" sldId="268"/>
            <ac:spMk id="40" creationId="{A40F8757-B27F-DC2C-1D6A-7EA2C6F5F717}"/>
          </ac:spMkLst>
        </pc:spChg>
        <pc:spChg chg="add del mod">
          <ac:chgData name="munnam bhavya" userId="89817c2804f01956" providerId="LiveId" clId="{673CACA1-769E-43ED-A8F8-FA56F8482530}" dt="2026-02-22T15:23:11.735" v="896" actId="478"/>
          <ac:spMkLst>
            <pc:docMk/>
            <pc:sldMk cId="1797255223" sldId="268"/>
            <ac:spMk id="41" creationId="{1D3F6CFB-5FD5-2A16-40A2-E3C7C6DFCFDD}"/>
          </ac:spMkLst>
        </pc:spChg>
        <pc:spChg chg="add del mod">
          <ac:chgData name="munnam bhavya" userId="89817c2804f01956" providerId="LiveId" clId="{673CACA1-769E-43ED-A8F8-FA56F8482530}" dt="2026-02-22T15:23:10.907" v="895" actId="478"/>
          <ac:spMkLst>
            <pc:docMk/>
            <pc:sldMk cId="1797255223" sldId="268"/>
            <ac:spMk id="42" creationId="{76BF1FCF-13A7-A4BD-15A8-5F5863541EE4}"/>
          </ac:spMkLst>
        </pc:spChg>
        <pc:spChg chg="add del mod">
          <ac:chgData name="munnam bhavya" userId="89817c2804f01956" providerId="LiveId" clId="{673CACA1-769E-43ED-A8F8-FA56F8482530}" dt="2026-02-22T15:23:09.436" v="893" actId="478"/>
          <ac:spMkLst>
            <pc:docMk/>
            <pc:sldMk cId="1797255223" sldId="268"/>
            <ac:spMk id="43" creationId="{89961EAF-A868-C619-64DF-FC2993EC83CF}"/>
          </ac:spMkLst>
        </pc:spChg>
        <pc:spChg chg="add del mod">
          <ac:chgData name="munnam bhavya" userId="89817c2804f01956" providerId="LiveId" clId="{673CACA1-769E-43ED-A8F8-FA56F8482530}" dt="2026-02-22T15:23:10.124" v="894" actId="478"/>
          <ac:spMkLst>
            <pc:docMk/>
            <pc:sldMk cId="1797255223" sldId="268"/>
            <ac:spMk id="44" creationId="{F51340A0-C219-74BB-F400-FCE2FEE3C348}"/>
          </ac:spMkLst>
        </pc:spChg>
        <pc:spChg chg="add mod">
          <ac:chgData name="munnam bhavya" userId="89817c2804f01956" providerId="LiveId" clId="{673CACA1-769E-43ED-A8F8-FA56F8482530}" dt="2026-02-22T15:22:52.763" v="886" actId="1076"/>
          <ac:spMkLst>
            <pc:docMk/>
            <pc:sldMk cId="1797255223" sldId="268"/>
            <ac:spMk id="45" creationId="{9D13A5BD-0237-D262-963E-78DB86B59032}"/>
          </ac:spMkLst>
        </pc:spChg>
        <pc:spChg chg="add mod">
          <ac:chgData name="munnam bhavya" userId="89817c2804f01956" providerId="LiveId" clId="{673CACA1-769E-43ED-A8F8-FA56F8482530}" dt="2026-02-22T15:22:53.136" v="887" actId="1076"/>
          <ac:spMkLst>
            <pc:docMk/>
            <pc:sldMk cId="1797255223" sldId="268"/>
            <ac:spMk id="46" creationId="{FA180D47-82F8-8522-C662-3401D7B3CBC1}"/>
          </ac:spMkLst>
        </pc:spChg>
        <pc:spChg chg="add mod">
          <ac:chgData name="munnam bhavya" userId="89817c2804f01956" providerId="LiveId" clId="{673CACA1-769E-43ED-A8F8-FA56F8482530}" dt="2026-02-22T15:22:53.466" v="888" actId="1076"/>
          <ac:spMkLst>
            <pc:docMk/>
            <pc:sldMk cId="1797255223" sldId="268"/>
            <ac:spMk id="47" creationId="{6FC27CA9-2FA8-1930-4293-B0638E3162FA}"/>
          </ac:spMkLst>
        </pc:spChg>
        <pc:spChg chg="add mod">
          <ac:chgData name="munnam bhavya" userId="89817c2804f01956" providerId="LiveId" clId="{673CACA1-769E-43ED-A8F8-FA56F8482530}" dt="2026-02-22T15:22:51.033" v="883" actId="1076"/>
          <ac:spMkLst>
            <pc:docMk/>
            <pc:sldMk cId="1797255223" sldId="268"/>
            <ac:spMk id="48" creationId="{193950B9-140C-50A1-F204-945393C33670}"/>
          </ac:spMkLst>
        </pc:spChg>
        <pc:spChg chg="add mod">
          <ac:chgData name="munnam bhavya" userId="89817c2804f01956" providerId="LiveId" clId="{673CACA1-769E-43ED-A8F8-FA56F8482530}" dt="2026-02-22T15:22:51.377" v="884" actId="1076"/>
          <ac:spMkLst>
            <pc:docMk/>
            <pc:sldMk cId="1797255223" sldId="268"/>
            <ac:spMk id="49" creationId="{79C28805-6473-162B-EC8C-9D348FD4922C}"/>
          </ac:spMkLst>
        </pc:spChg>
        <pc:spChg chg="add mod">
          <ac:chgData name="munnam bhavya" userId="89817c2804f01956" providerId="LiveId" clId="{673CACA1-769E-43ED-A8F8-FA56F8482530}" dt="2026-02-22T15:38:01.876" v="1038" actId="164"/>
          <ac:spMkLst>
            <pc:docMk/>
            <pc:sldMk cId="1797255223" sldId="268"/>
            <ac:spMk id="70" creationId="{A1AA4F5D-427D-8D09-3B47-2FA63AF00440}"/>
          </ac:spMkLst>
        </pc:spChg>
        <pc:spChg chg="add del">
          <ac:chgData name="munnam bhavya" userId="89817c2804f01956" providerId="LiveId" clId="{673CACA1-769E-43ED-A8F8-FA56F8482530}" dt="2026-02-22T15:31:37.938" v="964" actId="478"/>
          <ac:spMkLst>
            <pc:docMk/>
            <pc:sldMk cId="1797255223" sldId="268"/>
            <ac:spMk id="73" creationId="{09A72AF8-85F1-7FE0-A7D0-0EB1BFC15E28}"/>
          </ac:spMkLst>
        </pc:spChg>
        <pc:spChg chg="add del">
          <ac:chgData name="munnam bhavya" userId="89817c2804f01956" providerId="LiveId" clId="{673CACA1-769E-43ED-A8F8-FA56F8482530}" dt="2026-02-22T15:32:23.346" v="969" actId="478"/>
          <ac:spMkLst>
            <pc:docMk/>
            <pc:sldMk cId="1797255223" sldId="268"/>
            <ac:spMk id="76" creationId="{A2FB0280-F2D9-6421-9D04-F74D6950C417}"/>
          </ac:spMkLst>
        </pc:spChg>
        <pc:spChg chg="add del mod">
          <ac:chgData name="munnam bhavya" userId="89817c2804f01956" providerId="LiveId" clId="{673CACA1-769E-43ED-A8F8-FA56F8482530}" dt="2026-02-22T15:33:27.432" v="972" actId="478"/>
          <ac:spMkLst>
            <pc:docMk/>
            <pc:sldMk cId="1797255223" sldId="268"/>
            <ac:spMk id="77" creationId="{5074A0EB-283E-443B-7976-940EA34C9760}"/>
          </ac:spMkLst>
        </pc:spChg>
        <pc:spChg chg="add mod">
          <ac:chgData name="munnam bhavya" userId="89817c2804f01956" providerId="LiveId" clId="{673CACA1-769E-43ED-A8F8-FA56F8482530}" dt="2026-02-22T15:38:01.876" v="1038" actId="164"/>
          <ac:spMkLst>
            <pc:docMk/>
            <pc:sldMk cId="1797255223" sldId="268"/>
            <ac:spMk id="83" creationId="{BE525F36-563E-B233-4E97-DC6897C3C03D}"/>
          </ac:spMkLst>
        </pc:spChg>
        <pc:spChg chg="add mod">
          <ac:chgData name="munnam bhavya" userId="89817c2804f01956" providerId="LiveId" clId="{673CACA1-769E-43ED-A8F8-FA56F8482530}" dt="2026-02-22T15:37:32.023" v="1034" actId="1076"/>
          <ac:spMkLst>
            <pc:docMk/>
            <pc:sldMk cId="1797255223" sldId="268"/>
            <ac:spMk id="84" creationId="{187E14C0-89B1-C924-607B-411D957E93BE}"/>
          </ac:spMkLst>
        </pc:spChg>
        <pc:spChg chg="add mod">
          <ac:chgData name="munnam bhavya" userId="89817c2804f01956" providerId="LiveId" clId="{673CACA1-769E-43ED-A8F8-FA56F8482530}" dt="2026-02-22T15:39:04.302" v="1059" actId="1076"/>
          <ac:spMkLst>
            <pc:docMk/>
            <pc:sldMk cId="1797255223" sldId="268"/>
            <ac:spMk id="86" creationId="{C816CF4E-254C-4C62-F04B-DF5EE18EC83B}"/>
          </ac:spMkLst>
        </pc:spChg>
        <pc:spChg chg="add del mod">
          <ac:chgData name="munnam bhavya" userId="89817c2804f01956" providerId="LiveId" clId="{673CACA1-769E-43ED-A8F8-FA56F8482530}" dt="2026-02-22T15:39:55.863" v="1065" actId="478"/>
          <ac:spMkLst>
            <pc:docMk/>
            <pc:sldMk cId="1797255223" sldId="268"/>
            <ac:spMk id="87" creationId="{C958A63E-8AA6-D20D-48D1-9F1118C6650B}"/>
          </ac:spMkLst>
        </pc:spChg>
        <pc:spChg chg="add mod">
          <ac:chgData name="munnam bhavya" userId="89817c2804f01956" providerId="LiveId" clId="{673CACA1-769E-43ED-A8F8-FA56F8482530}" dt="2026-02-22T15:40:07.991" v="1066"/>
          <ac:spMkLst>
            <pc:docMk/>
            <pc:sldMk cId="1797255223" sldId="268"/>
            <ac:spMk id="88" creationId="{DF799AE4-A81C-A3FB-0867-C1928D4E7DF0}"/>
          </ac:spMkLst>
        </pc:spChg>
        <pc:grpChg chg="add mod">
          <ac:chgData name="munnam bhavya" userId="89817c2804f01956" providerId="LiveId" clId="{673CACA1-769E-43ED-A8F8-FA56F8482530}" dt="2026-02-22T15:14:58.472" v="828" actId="164"/>
          <ac:grpSpMkLst>
            <pc:docMk/>
            <pc:sldMk cId="1797255223" sldId="268"/>
            <ac:grpSpMk id="14" creationId="{0E616486-F742-2707-09D0-FE6016C1AF08}"/>
          </ac:grpSpMkLst>
        </pc:grpChg>
        <pc:grpChg chg="add del mod">
          <ac:chgData name="munnam bhavya" userId="89817c2804f01956" providerId="LiveId" clId="{673CACA1-769E-43ED-A8F8-FA56F8482530}" dt="2026-02-22T15:10:03.492" v="735" actId="165"/>
          <ac:grpSpMkLst>
            <pc:docMk/>
            <pc:sldMk cId="1797255223" sldId="268"/>
            <ac:grpSpMk id="23" creationId="{A8D485FA-2CDE-5BBD-CEE2-5D74CA29AF74}"/>
          </ac:grpSpMkLst>
        </pc:grpChg>
        <pc:grpChg chg="add mod">
          <ac:chgData name="munnam bhavya" userId="89817c2804f01956" providerId="LiveId" clId="{673CACA1-769E-43ED-A8F8-FA56F8482530}" dt="2026-02-22T15:08:20.327" v="725" actId="164"/>
          <ac:grpSpMkLst>
            <pc:docMk/>
            <pc:sldMk cId="1797255223" sldId="268"/>
            <ac:grpSpMk id="25" creationId="{C426DEBA-1A31-AAAF-6DB8-8A4110C42550}"/>
          </ac:grpSpMkLst>
        </pc:grpChg>
        <pc:grpChg chg="add mod">
          <ac:chgData name="munnam bhavya" userId="89817c2804f01956" providerId="LiveId" clId="{673CACA1-769E-43ED-A8F8-FA56F8482530}" dt="2026-02-22T15:29:56.694" v="948" actId="164"/>
          <ac:grpSpMkLst>
            <pc:docMk/>
            <pc:sldMk cId="1797255223" sldId="268"/>
            <ac:grpSpMk id="26" creationId="{AEE34083-7182-CACE-81A6-FAF9D7A16CBA}"/>
          </ac:grpSpMkLst>
        </pc:grpChg>
        <pc:grpChg chg="add mod">
          <ac:chgData name="munnam bhavya" userId="89817c2804f01956" providerId="LiveId" clId="{673CACA1-769E-43ED-A8F8-FA56F8482530}" dt="2026-02-22T15:29:56.694" v="948" actId="164"/>
          <ac:grpSpMkLst>
            <pc:docMk/>
            <pc:sldMk cId="1797255223" sldId="268"/>
            <ac:grpSpMk id="27" creationId="{96F70B68-0074-75D1-63E9-55626A99ECF2}"/>
          </ac:grpSpMkLst>
        </pc:grpChg>
        <pc:grpChg chg="add mod">
          <ac:chgData name="munnam bhavya" userId="89817c2804f01956" providerId="LiveId" clId="{673CACA1-769E-43ED-A8F8-FA56F8482530}" dt="2026-02-22T15:29:56.694" v="948" actId="164"/>
          <ac:grpSpMkLst>
            <pc:docMk/>
            <pc:sldMk cId="1797255223" sldId="268"/>
            <ac:grpSpMk id="35" creationId="{5BC9C4DF-C004-A79C-4104-30A4F4638BEB}"/>
          </ac:grpSpMkLst>
        </pc:grpChg>
        <pc:grpChg chg="add mod">
          <ac:chgData name="munnam bhavya" userId="89817c2804f01956" providerId="LiveId" clId="{673CACA1-769E-43ED-A8F8-FA56F8482530}" dt="2026-02-22T15:29:56.694" v="948" actId="164"/>
          <ac:grpSpMkLst>
            <pc:docMk/>
            <pc:sldMk cId="1797255223" sldId="268"/>
            <ac:grpSpMk id="68" creationId="{DC415EC1-6D0A-E9C5-4A86-09AAC946B9D2}"/>
          </ac:grpSpMkLst>
        </pc:grpChg>
        <pc:grpChg chg="add mod">
          <ac:chgData name="munnam bhavya" userId="89817c2804f01956" providerId="LiveId" clId="{673CACA1-769E-43ED-A8F8-FA56F8482530}" dt="2026-02-22T15:38:01.876" v="1038" actId="164"/>
          <ac:grpSpMkLst>
            <pc:docMk/>
            <pc:sldMk cId="1797255223" sldId="268"/>
            <ac:grpSpMk id="69" creationId="{0A3E6994-B1FE-C1AC-5C3E-858AE649CB64}"/>
          </ac:grpSpMkLst>
        </pc:grpChg>
        <pc:grpChg chg="add mod">
          <ac:chgData name="munnam bhavya" userId="89817c2804f01956" providerId="LiveId" clId="{673CACA1-769E-43ED-A8F8-FA56F8482530}" dt="2026-02-22T15:38:01.876" v="1038" actId="164"/>
          <ac:grpSpMkLst>
            <pc:docMk/>
            <pc:sldMk cId="1797255223" sldId="268"/>
            <ac:grpSpMk id="82" creationId="{A9C4F0E9-80C3-44FE-DBF9-5A0181656480}"/>
          </ac:grpSpMkLst>
        </pc:grpChg>
        <pc:grpChg chg="add mod">
          <ac:chgData name="munnam bhavya" userId="89817c2804f01956" providerId="LiveId" clId="{673CACA1-769E-43ED-A8F8-FA56F8482530}" dt="2026-02-22T15:38:07.539" v="1039" actId="1076"/>
          <ac:grpSpMkLst>
            <pc:docMk/>
            <pc:sldMk cId="1797255223" sldId="268"/>
            <ac:grpSpMk id="85" creationId="{CEC1966D-3C82-93B4-6501-21A28D7575B5}"/>
          </ac:grpSpMkLst>
        </pc:grpChg>
        <pc:cxnChg chg="add del">
          <ac:chgData name="munnam bhavya" userId="89817c2804f01956" providerId="LiveId" clId="{673CACA1-769E-43ED-A8F8-FA56F8482530}" dt="2026-02-22T15:22:40.120" v="875" actId="11529"/>
          <ac:cxnSpMkLst>
            <pc:docMk/>
            <pc:sldMk cId="1797255223" sldId="268"/>
            <ac:cxnSpMk id="51" creationId="{E24F6758-B243-9A2B-F1AD-648F70BE5520}"/>
          </ac:cxnSpMkLst>
        </pc:cxnChg>
        <pc:cxnChg chg="add mod">
          <ac:chgData name="munnam bhavya" userId="89817c2804f01956" providerId="LiveId" clId="{673CACA1-769E-43ED-A8F8-FA56F8482530}" dt="2026-02-22T15:24:32.608" v="906" actId="14100"/>
          <ac:cxnSpMkLst>
            <pc:docMk/>
            <pc:sldMk cId="1797255223" sldId="268"/>
            <ac:cxnSpMk id="53" creationId="{50EF5ABE-C660-5664-9864-F2FA3351B3F8}"/>
          </ac:cxnSpMkLst>
        </pc:cxnChg>
        <pc:cxnChg chg="add mod">
          <ac:chgData name="munnam bhavya" userId="89817c2804f01956" providerId="LiveId" clId="{673CACA1-769E-43ED-A8F8-FA56F8482530}" dt="2026-02-22T15:26:08.196" v="935" actId="164"/>
          <ac:cxnSpMkLst>
            <pc:docMk/>
            <pc:sldMk cId="1797255223" sldId="268"/>
            <ac:cxnSpMk id="56" creationId="{43DA9038-D4CD-A8DB-057D-AD90C0142300}"/>
          </ac:cxnSpMkLst>
        </pc:cxnChg>
        <pc:cxnChg chg="add mod">
          <ac:chgData name="munnam bhavya" userId="89817c2804f01956" providerId="LiveId" clId="{673CACA1-769E-43ED-A8F8-FA56F8482530}" dt="2026-02-22T15:26:08.196" v="935" actId="164"/>
          <ac:cxnSpMkLst>
            <pc:docMk/>
            <pc:sldMk cId="1797255223" sldId="268"/>
            <ac:cxnSpMk id="57" creationId="{A65FAE0A-2B14-C648-0162-7CD6FBB1413A}"/>
          </ac:cxnSpMkLst>
        </pc:cxnChg>
        <pc:cxnChg chg="add mod">
          <ac:chgData name="munnam bhavya" userId="89817c2804f01956" providerId="LiveId" clId="{673CACA1-769E-43ED-A8F8-FA56F8482530}" dt="2026-02-22T15:26:46.844" v="940" actId="1076"/>
          <ac:cxnSpMkLst>
            <pc:docMk/>
            <pc:sldMk cId="1797255223" sldId="268"/>
            <ac:cxnSpMk id="58" creationId="{478E40F7-3650-29D0-43B9-B4AE37AE63AC}"/>
          </ac:cxnSpMkLst>
        </pc:cxnChg>
        <pc:cxnChg chg="add mod">
          <ac:chgData name="munnam bhavya" userId="89817c2804f01956" providerId="LiveId" clId="{673CACA1-769E-43ED-A8F8-FA56F8482530}" dt="2026-02-22T15:29:56.694" v="948" actId="164"/>
          <ac:cxnSpMkLst>
            <pc:docMk/>
            <pc:sldMk cId="1797255223" sldId="268"/>
            <ac:cxnSpMk id="59" creationId="{F911F2D5-2F8D-0B9A-47C3-9FC3B1854FA7}"/>
          </ac:cxnSpMkLst>
        </pc:cxnChg>
        <pc:cxnChg chg="add mod">
          <ac:chgData name="munnam bhavya" userId="89817c2804f01956" providerId="LiveId" clId="{673CACA1-769E-43ED-A8F8-FA56F8482530}" dt="2026-02-22T15:29:56.694" v="948" actId="164"/>
          <ac:cxnSpMkLst>
            <pc:docMk/>
            <pc:sldMk cId="1797255223" sldId="268"/>
            <ac:cxnSpMk id="60" creationId="{9DCA5954-4369-A0F2-493C-316E38FEFD7C}"/>
          </ac:cxnSpMkLst>
        </pc:cxnChg>
        <pc:cxnChg chg="add mod">
          <ac:chgData name="munnam bhavya" userId="89817c2804f01956" providerId="LiveId" clId="{673CACA1-769E-43ED-A8F8-FA56F8482530}" dt="2026-02-22T15:29:56.694" v="948" actId="164"/>
          <ac:cxnSpMkLst>
            <pc:docMk/>
            <pc:sldMk cId="1797255223" sldId="268"/>
            <ac:cxnSpMk id="61" creationId="{72542F7D-3C30-51EA-8034-0ED0674D150D}"/>
          </ac:cxnSpMkLst>
        </pc:cxnChg>
        <pc:cxnChg chg="add mod">
          <ac:chgData name="munnam bhavya" userId="89817c2804f01956" providerId="LiveId" clId="{673CACA1-769E-43ED-A8F8-FA56F8482530}" dt="2026-02-22T15:25:25.051" v="926" actId="1076"/>
          <ac:cxnSpMkLst>
            <pc:docMk/>
            <pc:sldMk cId="1797255223" sldId="268"/>
            <ac:cxnSpMk id="62" creationId="{E3ACC261-D430-2A5C-51B9-06BDD6594B3D}"/>
          </ac:cxnSpMkLst>
        </pc:cxnChg>
        <pc:cxnChg chg="add mod">
          <ac:chgData name="munnam bhavya" userId="89817c2804f01956" providerId="LiveId" clId="{673CACA1-769E-43ED-A8F8-FA56F8482530}" dt="2026-02-22T15:26:08.196" v="935" actId="164"/>
          <ac:cxnSpMkLst>
            <pc:docMk/>
            <pc:sldMk cId="1797255223" sldId="268"/>
            <ac:cxnSpMk id="63" creationId="{A217CFC9-4852-73C6-925C-CFE85F5D4408}"/>
          </ac:cxnSpMkLst>
        </pc:cxnChg>
        <pc:cxnChg chg="add mod">
          <ac:chgData name="munnam bhavya" userId="89817c2804f01956" providerId="LiveId" clId="{673CACA1-769E-43ED-A8F8-FA56F8482530}" dt="2026-02-22T15:25:39.816" v="929" actId="1076"/>
          <ac:cxnSpMkLst>
            <pc:docMk/>
            <pc:sldMk cId="1797255223" sldId="268"/>
            <ac:cxnSpMk id="64" creationId="{0D6C7626-BDEA-F2CD-3492-99CF675E505A}"/>
          </ac:cxnSpMkLst>
        </pc:cxnChg>
        <pc:cxnChg chg="add mod">
          <ac:chgData name="munnam bhavya" userId="89817c2804f01956" providerId="LiveId" clId="{673CACA1-769E-43ED-A8F8-FA56F8482530}" dt="2026-02-22T15:26:08.196" v="935" actId="164"/>
          <ac:cxnSpMkLst>
            <pc:docMk/>
            <pc:sldMk cId="1797255223" sldId="268"/>
            <ac:cxnSpMk id="65" creationId="{D1A894D7-856D-51CD-5C2B-A8B02D5D3A08}"/>
          </ac:cxnSpMkLst>
        </pc:cxnChg>
        <pc:cxnChg chg="add mod">
          <ac:chgData name="munnam bhavya" userId="89817c2804f01956" providerId="LiveId" clId="{673CACA1-769E-43ED-A8F8-FA56F8482530}" dt="2026-02-22T15:25:20.121" v="925" actId="1076"/>
          <ac:cxnSpMkLst>
            <pc:docMk/>
            <pc:sldMk cId="1797255223" sldId="268"/>
            <ac:cxnSpMk id="66" creationId="{124F1C65-CFEA-6805-3B4B-117781CB9AF9}"/>
          </ac:cxnSpMkLst>
        </pc:cxnChg>
        <pc:cxnChg chg="add mod">
          <ac:chgData name="munnam bhavya" userId="89817c2804f01956" providerId="LiveId" clId="{673CACA1-769E-43ED-A8F8-FA56F8482530}" dt="2026-02-22T15:25:16.049" v="924" actId="1076"/>
          <ac:cxnSpMkLst>
            <pc:docMk/>
            <pc:sldMk cId="1797255223" sldId="268"/>
            <ac:cxnSpMk id="67" creationId="{5872736D-F545-4420-E524-DBC79DF7C95B}"/>
          </ac:cxnSpMkLst>
        </pc:cxnChg>
        <pc:cxnChg chg="add del">
          <ac:chgData name="munnam bhavya" userId="89817c2804f01956" providerId="LiveId" clId="{673CACA1-769E-43ED-A8F8-FA56F8482530}" dt="2026-02-22T15:31:16.946" v="962" actId="478"/>
          <ac:cxnSpMkLst>
            <pc:docMk/>
            <pc:sldMk cId="1797255223" sldId="268"/>
            <ac:cxnSpMk id="72" creationId="{9C0EB729-9180-495B-CFED-6317B5F63ACC}"/>
          </ac:cxnSpMkLst>
        </pc:cxnChg>
        <pc:cxnChg chg="add del mod">
          <ac:chgData name="munnam bhavya" userId="89817c2804f01956" providerId="LiveId" clId="{673CACA1-769E-43ED-A8F8-FA56F8482530}" dt="2026-02-22T15:31:56.072" v="967" actId="478"/>
          <ac:cxnSpMkLst>
            <pc:docMk/>
            <pc:sldMk cId="1797255223" sldId="268"/>
            <ac:cxnSpMk id="75" creationId="{59FECC32-89AD-DD30-EC76-2DB5C57CFE0D}"/>
          </ac:cxnSpMkLst>
        </pc:cxnChg>
        <pc:cxnChg chg="add mod">
          <ac:chgData name="munnam bhavya" userId="89817c2804f01956" providerId="LiveId" clId="{673CACA1-769E-43ED-A8F8-FA56F8482530}" dt="2026-02-22T15:40:16.929" v="1067" actId="14100"/>
          <ac:cxnSpMkLst>
            <pc:docMk/>
            <pc:sldMk cId="1797255223" sldId="268"/>
            <ac:cxnSpMk id="79" creationId="{49A61CE0-F27B-51D4-3DE4-0D46B6FB588F}"/>
          </ac:cxnSpMkLst>
        </pc:cxnChg>
        <pc:cxnChg chg="add mod">
          <ac:chgData name="munnam bhavya" userId="89817c2804f01956" providerId="LiveId" clId="{673CACA1-769E-43ED-A8F8-FA56F8482530}" dt="2026-02-22T15:35:01.443" v="979" actId="208"/>
          <ac:cxnSpMkLst>
            <pc:docMk/>
            <pc:sldMk cId="1797255223" sldId="268"/>
            <ac:cxnSpMk id="81" creationId="{3A8C2A2C-61B9-99E3-EFB0-ECC2AB9914F4}"/>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5ADD-9EAE-9F09-9094-F0B52CE8C3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ECA797-16DF-53A5-0259-6434ECBA5F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25569A-6D0E-EEA3-7148-1C681A48DAF5}"/>
              </a:ext>
            </a:extLst>
          </p:cNvPr>
          <p:cNvSpPr>
            <a:spLocks noGrp="1"/>
          </p:cNvSpPr>
          <p:nvPr>
            <p:ph type="dt" sz="half" idx="10"/>
          </p:nvPr>
        </p:nvSpPr>
        <p:spPr/>
        <p:txBody>
          <a:bodyPr/>
          <a:lstStyle/>
          <a:p>
            <a:fld id="{E0BF9742-8BEC-436C-B7D1-D274E75387C0}" type="datetimeFigureOut">
              <a:rPr lang="en-US" smtClean="0"/>
              <a:t>2/22/2026</a:t>
            </a:fld>
            <a:endParaRPr lang="en-US"/>
          </a:p>
        </p:txBody>
      </p:sp>
      <p:sp>
        <p:nvSpPr>
          <p:cNvPr id="5" name="Footer Placeholder 4">
            <a:extLst>
              <a:ext uri="{FF2B5EF4-FFF2-40B4-BE49-F238E27FC236}">
                <a16:creationId xmlns:a16="http://schemas.microsoft.com/office/drawing/2014/main" id="{A1053AE7-77B7-D1A2-5E14-D797DF1A48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27223F-E783-74D3-6963-6251AAE0D89B}"/>
              </a:ext>
            </a:extLst>
          </p:cNvPr>
          <p:cNvSpPr>
            <a:spLocks noGrp="1"/>
          </p:cNvSpPr>
          <p:nvPr>
            <p:ph type="sldNum" sz="quarter" idx="12"/>
          </p:nvPr>
        </p:nvSpPr>
        <p:spPr/>
        <p:txBody>
          <a:bodyPr/>
          <a:lstStyle/>
          <a:p>
            <a:fld id="{7AE26BB3-5908-446E-9B3F-FB512A3950BF}" type="slidenum">
              <a:rPr lang="en-US" smtClean="0"/>
              <a:t>‹#›</a:t>
            </a:fld>
            <a:endParaRPr lang="en-US"/>
          </a:p>
        </p:txBody>
      </p:sp>
    </p:spTree>
    <p:extLst>
      <p:ext uri="{BB962C8B-B14F-4D97-AF65-F5344CB8AC3E}">
        <p14:creationId xmlns:p14="http://schemas.microsoft.com/office/powerpoint/2010/main" val="36996527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E3143-32F1-DCF5-5016-3108C3DD44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E23B06-670D-DDA6-239A-7C56ECEA2B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EE7924-7657-CC34-2CD6-1E022BE30DAD}"/>
              </a:ext>
            </a:extLst>
          </p:cNvPr>
          <p:cNvSpPr>
            <a:spLocks noGrp="1"/>
          </p:cNvSpPr>
          <p:nvPr>
            <p:ph type="dt" sz="half" idx="10"/>
          </p:nvPr>
        </p:nvSpPr>
        <p:spPr/>
        <p:txBody>
          <a:bodyPr/>
          <a:lstStyle/>
          <a:p>
            <a:fld id="{E0BF9742-8BEC-436C-B7D1-D274E75387C0}" type="datetimeFigureOut">
              <a:rPr lang="en-US" smtClean="0"/>
              <a:t>2/22/2026</a:t>
            </a:fld>
            <a:endParaRPr lang="en-US"/>
          </a:p>
        </p:txBody>
      </p:sp>
      <p:sp>
        <p:nvSpPr>
          <p:cNvPr id="5" name="Footer Placeholder 4">
            <a:extLst>
              <a:ext uri="{FF2B5EF4-FFF2-40B4-BE49-F238E27FC236}">
                <a16:creationId xmlns:a16="http://schemas.microsoft.com/office/drawing/2014/main" id="{62FEE1B2-9B85-6025-3B4B-67353D2151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078E86-FF6B-45D7-AAD4-4E6B3DD3334C}"/>
              </a:ext>
            </a:extLst>
          </p:cNvPr>
          <p:cNvSpPr>
            <a:spLocks noGrp="1"/>
          </p:cNvSpPr>
          <p:nvPr>
            <p:ph type="sldNum" sz="quarter" idx="12"/>
          </p:nvPr>
        </p:nvSpPr>
        <p:spPr/>
        <p:txBody>
          <a:bodyPr/>
          <a:lstStyle/>
          <a:p>
            <a:fld id="{7AE26BB3-5908-446E-9B3F-FB512A3950BF}" type="slidenum">
              <a:rPr lang="en-US" smtClean="0"/>
              <a:t>‹#›</a:t>
            </a:fld>
            <a:endParaRPr lang="en-US"/>
          </a:p>
        </p:txBody>
      </p:sp>
    </p:spTree>
    <p:extLst>
      <p:ext uri="{BB962C8B-B14F-4D97-AF65-F5344CB8AC3E}">
        <p14:creationId xmlns:p14="http://schemas.microsoft.com/office/powerpoint/2010/main" val="21912315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FCBE7-E228-7030-DE1F-E3891F0904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898FE7C-2A72-6EF7-D8A7-2470F7D56F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C774DC-2E36-655F-53E1-5463DED56C81}"/>
              </a:ext>
            </a:extLst>
          </p:cNvPr>
          <p:cNvSpPr>
            <a:spLocks noGrp="1"/>
          </p:cNvSpPr>
          <p:nvPr>
            <p:ph type="dt" sz="half" idx="10"/>
          </p:nvPr>
        </p:nvSpPr>
        <p:spPr/>
        <p:txBody>
          <a:bodyPr/>
          <a:lstStyle/>
          <a:p>
            <a:fld id="{E0BF9742-8BEC-436C-B7D1-D274E75387C0}" type="datetimeFigureOut">
              <a:rPr lang="en-US" smtClean="0"/>
              <a:t>2/22/2026</a:t>
            </a:fld>
            <a:endParaRPr lang="en-US"/>
          </a:p>
        </p:txBody>
      </p:sp>
      <p:sp>
        <p:nvSpPr>
          <p:cNvPr id="5" name="Footer Placeholder 4">
            <a:extLst>
              <a:ext uri="{FF2B5EF4-FFF2-40B4-BE49-F238E27FC236}">
                <a16:creationId xmlns:a16="http://schemas.microsoft.com/office/drawing/2014/main" id="{A824E7D4-F1E2-EBC1-E2A0-F5E43B5381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8D1BCA-FF8F-32AE-083D-2BF6A346E98D}"/>
              </a:ext>
            </a:extLst>
          </p:cNvPr>
          <p:cNvSpPr>
            <a:spLocks noGrp="1"/>
          </p:cNvSpPr>
          <p:nvPr>
            <p:ph type="sldNum" sz="quarter" idx="12"/>
          </p:nvPr>
        </p:nvSpPr>
        <p:spPr/>
        <p:txBody>
          <a:bodyPr/>
          <a:lstStyle/>
          <a:p>
            <a:fld id="{7AE26BB3-5908-446E-9B3F-FB512A3950BF}" type="slidenum">
              <a:rPr lang="en-US" smtClean="0"/>
              <a:t>‹#›</a:t>
            </a:fld>
            <a:endParaRPr lang="en-US"/>
          </a:p>
        </p:txBody>
      </p:sp>
    </p:spTree>
    <p:extLst>
      <p:ext uri="{BB962C8B-B14F-4D97-AF65-F5344CB8AC3E}">
        <p14:creationId xmlns:p14="http://schemas.microsoft.com/office/powerpoint/2010/main" val="298605094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CC75C-5144-3759-C2F5-DAA363A0C6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FB2371-BCF2-6CFB-B5CD-5D6D0E0EAC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4F8DE7-18FF-46C6-4E77-9778BDB4E9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2A0881-AE4C-9DF8-DBED-7BB6A2419301}"/>
              </a:ext>
            </a:extLst>
          </p:cNvPr>
          <p:cNvSpPr>
            <a:spLocks noGrp="1"/>
          </p:cNvSpPr>
          <p:nvPr>
            <p:ph type="dt" sz="half" idx="10"/>
          </p:nvPr>
        </p:nvSpPr>
        <p:spPr/>
        <p:txBody>
          <a:bodyPr/>
          <a:lstStyle/>
          <a:p>
            <a:fld id="{E0BF9742-8BEC-436C-B7D1-D274E75387C0}" type="datetimeFigureOut">
              <a:rPr lang="en-US" smtClean="0"/>
              <a:t>2/22/2026</a:t>
            </a:fld>
            <a:endParaRPr lang="en-US"/>
          </a:p>
        </p:txBody>
      </p:sp>
      <p:sp>
        <p:nvSpPr>
          <p:cNvPr id="6" name="Footer Placeholder 5">
            <a:extLst>
              <a:ext uri="{FF2B5EF4-FFF2-40B4-BE49-F238E27FC236}">
                <a16:creationId xmlns:a16="http://schemas.microsoft.com/office/drawing/2014/main" id="{8D38BD56-07FC-7A5A-638B-29C0F8AE94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92A90-994A-B135-4E59-413DEC092BAF}"/>
              </a:ext>
            </a:extLst>
          </p:cNvPr>
          <p:cNvSpPr>
            <a:spLocks noGrp="1"/>
          </p:cNvSpPr>
          <p:nvPr>
            <p:ph type="sldNum" sz="quarter" idx="12"/>
          </p:nvPr>
        </p:nvSpPr>
        <p:spPr/>
        <p:txBody>
          <a:bodyPr/>
          <a:lstStyle/>
          <a:p>
            <a:fld id="{7AE26BB3-5908-446E-9B3F-FB512A3950BF}" type="slidenum">
              <a:rPr lang="en-US" smtClean="0"/>
              <a:t>‹#›</a:t>
            </a:fld>
            <a:endParaRPr lang="en-US"/>
          </a:p>
        </p:txBody>
      </p:sp>
    </p:spTree>
    <p:extLst>
      <p:ext uri="{BB962C8B-B14F-4D97-AF65-F5344CB8AC3E}">
        <p14:creationId xmlns:p14="http://schemas.microsoft.com/office/powerpoint/2010/main" val="162760403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D936D-7B3E-FE53-BF0F-5D71BD405E6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F04B94-B579-ED86-B934-4AEAA71ED6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EF714E-D648-831F-09E9-29E0922FC8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435D116-71FD-A845-1162-226F26582A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C60000-F597-331F-2F30-8977AA2D2C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1E5C7E5-3F2C-740D-CFED-B8BCE4A5C683}"/>
              </a:ext>
            </a:extLst>
          </p:cNvPr>
          <p:cNvSpPr>
            <a:spLocks noGrp="1"/>
          </p:cNvSpPr>
          <p:nvPr>
            <p:ph type="dt" sz="half" idx="10"/>
          </p:nvPr>
        </p:nvSpPr>
        <p:spPr/>
        <p:txBody>
          <a:bodyPr/>
          <a:lstStyle/>
          <a:p>
            <a:fld id="{E0BF9742-8BEC-436C-B7D1-D274E75387C0}" type="datetimeFigureOut">
              <a:rPr lang="en-US" smtClean="0"/>
              <a:t>2/22/2026</a:t>
            </a:fld>
            <a:endParaRPr lang="en-US"/>
          </a:p>
        </p:txBody>
      </p:sp>
      <p:sp>
        <p:nvSpPr>
          <p:cNvPr id="8" name="Footer Placeholder 7">
            <a:extLst>
              <a:ext uri="{FF2B5EF4-FFF2-40B4-BE49-F238E27FC236}">
                <a16:creationId xmlns:a16="http://schemas.microsoft.com/office/drawing/2014/main" id="{D2548B82-C5BF-4D0D-8E0C-C2DD24AEC56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5D8F0E-0B70-ACF8-5B30-3FD41AF06CAA}"/>
              </a:ext>
            </a:extLst>
          </p:cNvPr>
          <p:cNvSpPr>
            <a:spLocks noGrp="1"/>
          </p:cNvSpPr>
          <p:nvPr>
            <p:ph type="sldNum" sz="quarter" idx="12"/>
          </p:nvPr>
        </p:nvSpPr>
        <p:spPr/>
        <p:txBody>
          <a:bodyPr/>
          <a:lstStyle/>
          <a:p>
            <a:fld id="{7AE26BB3-5908-446E-9B3F-FB512A3950BF}" type="slidenum">
              <a:rPr lang="en-US" smtClean="0"/>
              <a:t>‹#›</a:t>
            </a:fld>
            <a:endParaRPr lang="en-US"/>
          </a:p>
        </p:txBody>
      </p:sp>
    </p:spTree>
    <p:extLst>
      <p:ext uri="{BB962C8B-B14F-4D97-AF65-F5344CB8AC3E}">
        <p14:creationId xmlns:p14="http://schemas.microsoft.com/office/powerpoint/2010/main" val="10512880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33456-92C8-02B7-4065-DB91EE15BEE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79DD4E-4DA4-2E6B-2E76-DE6D31EF2035}"/>
              </a:ext>
            </a:extLst>
          </p:cNvPr>
          <p:cNvSpPr>
            <a:spLocks noGrp="1"/>
          </p:cNvSpPr>
          <p:nvPr>
            <p:ph type="dt" sz="half" idx="10"/>
          </p:nvPr>
        </p:nvSpPr>
        <p:spPr/>
        <p:txBody>
          <a:bodyPr/>
          <a:lstStyle/>
          <a:p>
            <a:fld id="{E0BF9742-8BEC-436C-B7D1-D274E75387C0}" type="datetimeFigureOut">
              <a:rPr lang="en-US" smtClean="0"/>
              <a:t>2/22/2026</a:t>
            </a:fld>
            <a:endParaRPr lang="en-US"/>
          </a:p>
        </p:txBody>
      </p:sp>
      <p:sp>
        <p:nvSpPr>
          <p:cNvPr id="4" name="Footer Placeholder 3">
            <a:extLst>
              <a:ext uri="{FF2B5EF4-FFF2-40B4-BE49-F238E27FC236}">
                <a16:creationId xmlns:a16="http://schemas.microsoft.com/office/drawing/2014/main" id="{9C98216C-0396-61B2-34F0-E6576B44D2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1B7F88-47CD-5FF0-E0A5-3B042A3104CB}"/>
              </a:ext>
            </a:extLst>
          </p:cNvPr>
          <p:cNvSpPr>
            <a:spLocks noGrp="1"/>
          </p:cNvSpPr>
          <p:nvPr>
            <p:ph type="sldNum" sz="quarter" idx="12"/>
          </p:nvPr>
        </p:nvSpPr>
        <p:spPr/>
        <p:txBody>
          <a:bodyPr/>
          <a:lstStyle/>
          <a:p>
            <a:fld id="{7AE26BB3-5908-446E-9B3F-FB512A3950BF}" type="slidenum">
              <a:rPr lang="en-US" smtClean="0"/>
              <a:t>‹#›</a:t>
            </a:fld>
            <a:endParaRPr lang="en-US"/>
          </a:p>
        </p:txBody>
      </p:sp>
    </p:spTree>
    <p:extLst>
      <p:ext uri="{BB962C8B-B14F-4D97-AF65-F5344CB8AC3E}">
        <p14:creationId xmlns:p14="http://schemas.microsoft.com/office/powerpoint/2010/main" val="113399580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012BEF-0643-0E2B-F241-000607B48C9D}"/>
              </a:ext>
            </a:extLst>
          </p:cNvPr>
          <p:cNvSpPr>
            <a:spLocks noGrp="1"/>
          </p:cNvSpPr>
          <p:nvPr>
            <p:ph type="dt" sz="half" idx="10"/>
          </p:nvPr>
        </p:nvSpPr>
        <p:spPr/>
        <p:txBody>
          <a:bodyPr/>
          <a:lstStyle/>
          <a:p>
            <a:fld id="{E0BF9742-8BEC-436C-B7D1-D274E75387C0}" type="datetimeFigureOut">
              <a:rPr lang="en-US" smtClean="0"/>
              <a:t>2/22/2026</a:t>
            </a:fld>
            <a:endParaRPr lang="en-US"/>
          </a:p>
        </p:txBody>
      </p:sp>
      <p:sp>
        <p:nvSpPr>
          <p:cNvPr id="3" name="Footer Placeholder 2">
            <a:extLst>
              <a:ext uri="{FF2B5EF4-FFF2-40B4-BE49-F238E27FC236}">
                <a16:creationId xmlns:a16="http://schemas.microsoft.com/office/drawing/2014/main" id="{869F7906-3C1D-8413-6F02-3FDB7BBB17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82C6A50-B542-5762-F61F-28A2DF302A3D}"/>
              </a:ext>
            </a:extLst>
          </p:cNvPr>
          <p:cNvSpPr>
            <a:spLocks noGrp="1"/>
          </p:cNvSpPr>
          <p:nvPr>
            <p:ph type="sldNum" sz="quarter" idx="12"/>
          </p:nvPr>
        </p:nvSpPr>
        <p:spPr/>
        <p:txBody>
          <a:bodyPr/>
          <a:lstStyle/>
          <a:p>
            <a:fld id="{7AE26BB3-5908-446E-9B3F-FB512A3950BF}" type="slidenum">
              <a:rPr lang="en-US" smtClean="0"/>
              <a:t>‹#›</a:t>
            </a:fld>
            <a:endParaRPr lang="en-US"/>
          </a:p>
        </p:txBody>
      </p:sp>
    </p:spTree>
    <p:extLst>
      <p:ext uri="{BB962C8B-B14F-4D97-AF65-F5344CB8AC3E}">
        <p14:creationId xmlns:p14="http://schemas.microsoft.com/office/powerpoint/2010/main" val="373961458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9B96C-2798-BB41-8DBE-4EC2704C23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9F9B6F-A836-7470-354B-7969448082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699DEC5-E409-A9D9-7E08-26F7B7A173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5C4867-3E20-58D9-ECD9-A5CA79A562CD}"/>
              </a:ext>
            </a:extLst>
          </p:cNvPr>
          <p:cNvSpPr>
            <a:spLocks noGrp="1"/>
          </p:cNvSpPr>
          <p:nvPr>
            <p:ph type="dt" sz="half" idx="10"/>
          </p:nvPr>
        </p:nvSpPr>
        <p:spPr/>
        <p:txBody>
          <a:bodyPr/>
          <a:lstStyle/>
          <a:p>
            <a:fld id="{E0BF9742-8BEC-436C-B7D1-D274E75387C0}" type="datetimeFigureOut">
              <a:rPr lang="en-US" smtClean="0"/>
              <a:t>2/22/2026</a:t>
            </a:fld>
            <a:endParaRPr lang="en-US"/>
          </a:p>
        </p:txBody>
      </p:sp>
      <p:sp>
        <p:nvSpPr>
          <p:cNvPr id="6" name="Footer Placeholder 5">
            <a:extLst>
              <a:ext uri="{FF2B5EF4-FFF2-40B4-BE49-F238E27FC236}">
                <a16:creationId xmlns:a16="http://schemas.microsoft.com/office/drawing/2014/main" id="{7CBF0EE0-CAA7-3689-EE0E-9255EFAF27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7F20AD-67DA-5AFE-AEAF-6F717145C080}"/>
              </a:ext>
            </a:extLst>
          </p:cNvPr>
          <p:cNvSpPr>
            <a:spLocks noGrp="1"/>
          </p:cNvSpPr>
          <p:nvPr>
            <p:ph type="sldNum" sz="quarter" idx="12"/>
          </p:nvPr>
        </p:nvSpPr>
        <p:spPr/>
        <p:txBody>
          <a:bodyPr/>
          <a:lstStyle/>
          <a:p>
            <a:fld id="{7AE26BB3-5908-446E-9B3F-FB512A3950BF}" type="slidenum">
              <a:rPr lang="en-US" smtClean="0"/>
              <a:t>‹#›</a:t>
            </a:fld>
            <a:endParaRPr lang="en-US"/>
          </a:p>
        </p:txBody>
      </p:sp>
    </p:spTree>
    <p:extLst>
      <p:ext uri="{BB962C8B-B14F-4D97-AF65-F5344CB8AC3E}">
        <p14:creationId xmlns:p14="http://schemas.microsoft.com/office/powerpoint/2010/main" val="351281244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356D6-31AD-5B1C-C630-6976C7DC64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611066-B7CC-3A76-AE0A-C4796AACE7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2D4AB2-DC89-3390-5A20-E9E015D32E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EE5763-736A-CCF3-D2C4-40B5E151E487}"/>
              </a:ext>
            </a:extLst>
          </p:cNvPr>
          <p:cNvSpPr>
            <a:spLocks noGrp="1"/>
          </p:cNvSpPr>
          <p:nvPr>
            <p:ph type="dt" sz="half" idx="10"/>
          </p:nvPr>
        </p:nvSpPr>
        <p:spPr/>
        <p:txBody>
          <a:bodyPr/>
          <a:lstStyle/>
          <a:p>
            <a:fld id="{E0BF9742-8BEC-436C-B7D1-D274E75387C0}" type="datetimeFigureOut">
              <a:rPr lang="en-US" smtClean="0"/>
              <a:t>2/22/2026</a:t>
            </a:fld>
            <a:endParaRPr lang="en-US"/>
          </a:p>
        </p:txBody>
      </p:sp>
      <p:sp>
        <p:nvSpPr>
          <p:cNvPr id="6" name="Footer Placeholder 5">
            <a:extLst>
              <a:ext uri="{FF2B5EF4-FFF2-40B4-BE49-F238E27FC236}">
                <a16:creationId xmlns:a16="http://schemas.microsoft.com/office/drawing/2014/main" id="{7618C5FC-BD7F-CE8E-5467-176CB4F724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CA49A7-2872-E043-A151-ADC095C88F46}"/>
              </a:ext>
            </a:extLst>
          </p:cNvPr>
          <p:cNvSpPr>
            <a:spLocks noGrp="1"/>
          </p:cNvSpPr>
          <p:nvPr>
            <p:ph type="sldNum" sz="quarter" idx="12"/>
          </p:nvPr>
        </p:nvSpPr>
        <p:spPr/>
        <p:txBody>
          <a:bodyPr/>
          <a:lstStyle/>
          <a:p>
            <a:fld id="{7AE26BB3-5908-446E-9B3F-FB512A3950BF}" type="slidenum">
              <a:rPr lang="en-US" smtClean="0"/>
              <a:t>‹#›</a:t>
            </a:fld>
            <a:endParaRPr lang="en-US"/>
          </a:p>
        </p:txBody>
      </p:sp>
    </p:spTree>
    <p:extLst>
      <p:ext uri="{BB962C8B-B14F-4D97-AF65-F5344CB8AC3E}">
        <p14:creationId xmlns:p14="http://schemas.microsoft.com/office/powerpoint/2010/main" val="292244256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B991F-1524-D67B-4A2B-834ED43708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3C6577B-6E01-9F78-79F1-C9CA7C7E81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1D31E4-98F6-CE50-59F0-F6A680C33391}"/>
              </a:ext>
            </a:extLst>
          </p:cNvPr>
          <p:cNvSpPr>
            <a:spLocks noGrp="1"/>
          </p:cNvSpPr>
          <p:nvPr>
            <p:ph type="dt" sz="half" idx="10"/>
          </p:nvPr>
        </p:nvSpPr>
        <p:spPr/>
        <p:txBody>
          <a:bodyPr/>
          <a:lstStyle/>
          <a:p>
            <a:fld id="{E0BF9742-8BEC-436C-B7D1-D274E75387C0}" type="datetimeFigureOut">
              <a:rPr lang="en-US" smtClean="0"/>
              <a:t>2/22/2026</a:t>
            </a:fld>
            <a:endParaRPr lang="en-US"/>
          </a:p>
        </p:txBody>
      </p:sp>
      <p:sp>
        <p:nvSpPr>
          <p:cNvPr id="5" name="Footer Placeholder 4">
            <a:extLst>
              <a:ext uri="{FF2B5EF4-FFF2-40B4-BE49-F238E27FC236}">
                <a16:creationId xmlns:a16="http://schemas.microsoft.com/office/drawing/2014/main" id="{E607F4D0-79F6-5E1F-793C-CC795BB9F4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BF7EB8-7BF3-0186-57FF-D8EE72799916}"/>
              </a:ext>
            </a:extLst>
          </p:cNvPr>
          <p:cNvSpPr>
            <a:spLocks noGrp="1"/>
          </p:cNvSpPr>
          <p:nvPr>
            <p:ph type="sldNum" sz="quarter" idx="12"/>
          </p:nvPr>
        </p:nvSpPr>
        <p:spPr/>
        <p:txBody>
          <a:bodyPr/>
          <a:lstStyle/>
          <a:p>
            <a:fld id="{7AE26BB3-5908-446E-9B3F-FB512A3950BF}" type="slidenum">
              <a:rPr lang="en-US" smtClean="0"/>
              <a:t>‹#›</a:t>
            </a:fld>
            <a:endParaRPr lang="en-US"/>
          </a:p>
        </p:txBody>
      </p:sp>
    </p:spTree>
    <p:extLst>
      <p:ext uri="{BB962C8B-B14F-4D97-AF65-F5344CB8AC3E}">
        <p14:creationId xmlns:p14="http://schemas.microsoft.com/office/powerpoint/2010/main" val="141482562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AE14DA-E3F6-4A79-1DC6-C9729FA09E3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A7AB702-C79B-AB81-A0F3-A618ACA440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A4F8D9-6A09-1485-E952-ED7C1B500558}"/>
              </a:ext>
            </a:extLst>
          </p:cNvPr>
          <p:cNvSpPr>
            <a:spLocks noGrp="1"/>
          </p:cNvSpPr>
          <p:nvPr>
            <p:ph type="dt" sz="half" idx="10"/>
          </p:nvPr>
        </p:nvSpPr>
        <p:spPr/>
        <p:txBody>
          <a:bodyPr/>
          <a:lstStyle/>
          <a:p>
            <a:fld id="{E0BF9742-8BEC-436C-B7D1-D274E75387C0}" type="datetimeFigureOut">
              <a:rPr lang="en-US" smtClean="0"/>
              <a:t>2/22/2026</a:t>
            </a:fld>
            <a:endParaRPr lang="en-US"/>
          </a:p>
        </p:txBody>
      </p:sp>
      <p:sp>
        <p:nvSpPr>
          <p:cNvPr id="5" name="Footer Placeholder 4">
            <a:extLst>
              <a:ext uri="{FF2B5EF4-FFF2-40B4-BE49-F238E27FC236}">
                <a16:creationId xmlns:a16="http://schemas.microsoft.com/office/drawing/2014/main" id="{2FDAC1B1-03A4-577E-C3CC-6CFD0F7530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B4FB6D-3A64-FBFF-6C16-81A8CB4F9207}"/>
              </a:ext>
            </a:extLst>
          </p:cNvPr>
          <p:cNvSpPr>
            <a:spLocks noGrp="1"/>
          </p:cNvSpPr>
          <p:nvPr>
            <p:ph type="sldNum" sz="quarter" idx="12"/>
          </p:nvPr>
        </p:nvSpPr>
        <p:spPr/>
        <p:txBody>
          <a:bodyPr/>
          <a:lstStyle/>
          <a:p>
            <a:fld id="{7AE26BB3-5908-446E-9B3F-FB512A3950BF}" type="slidenum">
              <a:rPr lang="en-US" smtClean="0"/>
              <a:t>‹#›</a:t>
            </a:fld>
            <a:endParaRPr lang="en-US"/>
          </a:p>
        </p:txBody>
      </p:sp>
    </p:spTree>
    <p:extLst>
      <p:ext uri="{BB962C8B-B14F-4D97-AF65-F5344CB8AC3E}">
        <p14:creationId xmlns:p14="http://schemas.microsoft.com/office/powerpoint/2010/main" val="296067971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DF367E-6298-8AE2-CFBA-C45950E9E0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4DFFB3-5A57-3111-B298-25C909158A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76F472-7D9E-2867-F759-63BAFD2C9A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BF9742-8BEC-436C-B7D1-D274E75387C0}" type="datetimeFigureOut">
              <a:rPr lang="en-US" smtClean="0"/>
              <a:t>2/22/2026</a:t>
            </a:fld>
            <a:endParaRPr lang="en-US"/>
          </a:p>
        </p:txBody>
      </p:sp>
      <p:sp>
        <p:nvSpPr>
          <p:cNvPr id="5" name="Footer Placeholder 4">
            <a:extLst>
              <a:ext uri="{FF2B5EF4-FFF2-40B4-BE49-F238E27FC236}">
                <a16:creationId xmlns:a16="http://schemas.microsoft.com/office/drawing/2014/main" id="{7A4449CA-76BD-64A4-69AA-2E51A1178F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DA8C45-4C06-2781-157F-603E6E539B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E26BB3-5908-446E-9B3F-FB512A3950BF}" type="slidenum">
              <a:rPr lang="en-US" smtClean="0"/>
              <a:t>‹#›</a:t>
            </a:fld>
            <a:endParaRPr lang="en-US"/>
          </a:p>
        </p:txBody>
      </p:sp>
    </p:spTree>
    <p:extLst>
      <p:ext uri="{BB962C8B-B14F-4D97-AF65-F5344CB8AC3E}">
        <p14:creationId xmlns:p14="http://schemas.microsoft.com/office/powerpoint/2010/main" val="3506116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BAAB4-9543-61CF-8ED3-C202E41BB1A0}"/>
              </a:ext>
            </a:extLst>
          </p:cNvPr>
          <p:cNvSpPr>
            <a:spLocks noGrp="1"/>
          </p:cNvSpPr>
          <p:nvPr>
            <p:ph type="ctrTitle"/>
          </p:nvPr>
        </p:nvSpPr>
        <p:spPr>
          <a:xfrm>
            <a:off x="0" y="1122363"/>
            <a:ext cx="12192000" cy="1411083"/>
          </a:xfrm>
        </p:spPr>
        <p:txBody>
          <a:bodyPr>
            <a:noAutofit/>
          </a:bodyPr>
          <a:lstStyle/>
          <a:p>
            <a:r>
              <a:rPr lang="en-US" sz="3200" b="1" dirty="0">
                <a:solidFill>
                  <a:schemeClr val="accent1">
                    <a:lumMod val="50000"/>
                  </a:schemeClr>
                </a:solidFill>
                <a:latin typeface="Times New Roman" pitchFamily="18" charset="0"/>
                <a:cs typeface="Times New Roman" pitchFamily="18" charset="0"/>
              </a:rPr>
              <a:t>SMART BATTERY MANAGEMENT AND THERMAL PROTECTION SYSTEM WITH GSM ALERTS AND CLOUD INTEGRATION</a:t>
            </a:r>
            <a:br>
              <a:rPr lang="en-IN" sz="3200" b="1" dirty="0">
                <a:solidFill>
                  <a:srgbClr val="002060"/>
                </a:solidFill>
                <a:latin typeface="Times New Roman" pitchFamily="18" charset="0"/>
                <a:cs typeface="Times New Roman" pitchFamily="18" charset="0"/>
              </a:rPr>
            </a:br>
            <a:endParaRPr lang="en-US" sz="3200" dirty="0"/>
          </a:p>
        </p:txBody>
      </p:sp>
      <p:sp>
        <p:nvSpPr>
          <p:cNvPr id="11" name="Rectangle 10">
            <a:extLst>
              <a:ext uri="{FF2B5EF4-FFF2-40B4-BE49-F238E27FC236}">
                <a16:creationId xmlns:a16="http://schemas.microsoft.com/office/drawing/2014/main" id="{1C48F548-DA59-B51F-628C-E2A7D2BEC44B}"/>
              </a:ext>
            </a:extLst>
          </p:cNvPr>
          <p:cNvSpPr/>
          <p:nvPr/>
        </p:nvSpPr>
        <p:spPr>
          <a:xfrm>
            <a:off x="499533" y="491066"/>
            <a:ext cx="11150600" cy="5901267"/>
          </a:xfrm>
          <a:prstGeom prst="rect">
            <a:avLst/>
          </a:prstGeom>
          <a:noFill/>
          <a:ln w="381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ln>
                <a:solidFill>
                  <a:schemeClr val="tx1">
                    <a:lumMod val="95000"/>
                    <a:lumOff val="5000"/>
                  </a:schemeClr>
                </a:solidFill>
              </a:ln>
            </a:endParaRPr>
          </a:p>
        </p:txBody>
      </p:sp>
      <p:sp>
        <p:nvSpPr>
          <p:cNvPr id="17" name="TextBox 16">
            <a:extLst>
              <a:ext uri="{FF2B5EF4-FFF2-40B4-BE49-F238E27FC236}">
                <a16:creationId xmlns:a16="http://schemas.microsoft.com/office/drawing/2014/main" id="{06F6B800-2FD7-B2FA-BC80-56941A107CAD}"/>
              </a:ext>
            </a:extLst>
          </p:cNvPr>
          <p:cNvSpPr txBox="1"/>
          <p:nvPr/>
        </p:nvSpPr>
        <p:spPr>
          <a:xfrm>
            <a:off x="635001" y="5273972"/>
            <a:ext cx="5080000" cy="923330"/>
          </a:xfrm>
          <a:prstGeom prst="rect">
            <a:avLst/>
          </a:prstGeom>
          <a:noFill/>
        </p:spPr>
        <p:txBody>
          <a:bodyPr wrap="square" rtlCol="0">
            <a:spAutoFit/>
          </a:bodyPr>
          <a:lstStyle/>
          <a:p>
            <a:r>
              <a:rPr lang="en-US" b="1" dirty="0">
                <a:latin typeface="Times New Roman"/>
                <a:ea typeface="Times New Roman"/>
                <a:cs typeface="Times New Roman"/>
                <a:sym typeface="Times New Roman"/>
              </a:rPr>
              <a:t>Presented  by:</a:t>
            </a:r>
            <a:endParaRPr lang="en-US" b="1" dirty="0">
              <a:latin typeface="+mj-lt"/>
              <a:ea typeface="Times New Roman"/>
              <a:cs typeface="Times New Roman"/>
              <a:sym typeface="Times New Roman"/>
            </a:endParaRPr>
          </a:p>
          <a:p>
            <a:r>
              <a:rPr lang="ja-JP" altLang="en-US" dirty="0">
                <a:latin typeface="Microsoft YaHei UI Light" panose="020B0502040204020203" pitchFamily="34" charset="-122"/>
                <a:ea typeface="Microsoft YaHei UI Light" panose="020B0502040204020203" pitchFamily="34" charset="-122"/>
              </a:rPr>
              <a:t>ムンナム </a:t>
            </a:r>
            <a:r>
              <a:rPr lang="en-US" altLang="ja-JP" dirty="0">
                <a:latin typeface="Microsoft YaHei UI Light" panose="020B0502040204020203" pitchFamily="34" charset="-122"/>
                <a:ea typeface="Microsoft YaHei UI Light" panose="020B0502040204020203" pitchFamily="34" charset="-122"/>
              </a:rPr>
              <a:t>. </a:t>
            </a:r>
            <a:r>
              <a:rPr lang="ja-JP" altLang="en-US" dirty="0">
                <a:latin typeface="Microsoft YaHei UI Light" panose="020B0502040204020203" pitchFamily="34" charset="-122"/>
                <a:ea typeface="Microsoft YaHei UI Light" panose="020B0502040204020203" pitchFamily="34" charset="-122"/>
              </a:rPr>
              <a:t>バヴィヤ</a:t>
            </a:r>
            <a:endParaRPr lang="en-US" altLang="ja-JP" dirty="0">
              <a:latin typeface="Microsoft YaHei UI Light" panose="020B0502040204020203" pitchFamily="34" charset="-122"/>
              <a:ea typeface="Microsoft YaHei UI Light" panose="020B0502040204020203" pitchFamily="34" charset="-122"/>
            </a:endParaRPr>
          </a:p>
          <a:p>
            <a:r>
              <a:rPr lang="en-US" dirty="0">
                <a:latin typeface="Times  new roman"/>
              </a:rPr>
              <a:t>Electronics and Communication Engineering</a:t>
            </a:r>
            <a:endParaRPr lang="en-IN" dirty="0">
              <a:latin typeface="Times  new roman"/>
            </a:endParaRPr>
          </a:p>
        </p:txBody>
      </p:sp>
      <p:sp>
        <p:nvSpPr>
          <p:cNvPr id="3" name="AutoShape 2">
            <a:extLst>
              <a:ext uri="{FF2B5EF4-FFF2-40B4-BE49-F238E27FC236}">
                <a16:creationId xmlns:a16="http://schemas.microsoft.com/office/drawing/2014/main" id="{E7FDF5B8-1C55-FE60-5798-60BD676212FE}"/>
              </a:ext>
            </a:extLst>
          </p:cNvPr>
          <p:cNvSpPr>
            <a:spLocks noChangeAspect="1" noChangeArrowheads="1"/>
          </p:cNvSpPr>
          <p:nvPr/>
        </p:nvSpPr>
        <p:spPr bwMode="auto">
          <a:xfrm>
            <a:off x="5943600" y="3276600"/>
            <a:ext cx="29972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C830D54B-C40B-BF4C-36C0-93CDBECF94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001" y="2214181"/>
            <a:ext cx="5308599" cy="2827867"/>
          </a:xfrm>
          <a:prstGeom prst="rect">
            <a:avLst/>
          </a:prstGeom>
          <a:ln w="57150">
            <a:solidFill>
              <a:schemeClr val="tx1"/>
            </a:solidFill>
          </a:ln>
        </p:spPr>
      </p:pic>
      <p:pic>
        <p:nvPicPr>
          <p:cNvPr id="7" name="Picture 6">
            <a:extLst>
              <a:ext uri="{FF2B5EF4-FFF2-40B4-BE49-F238E27FC236}">
                <a16:creationId xmlns:a16="http://schemas.microsoft.com/office/drawing/2014/main" id="{8FC6A431-1408-81EE-0BD2-CC4D445103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3600" y="2214181"/>
            <a:ext cx="5554132" cy="2827867"/>
          </a:xfrm>
          <a:prstGeom prst="rect">
            <a:avLst/>
          </a:prstGeom>
          <a:ln w="57150">
            <a:solidFill>
              <a:schemeClr val="tx1"/>
            </a:solidFill>
          </a:ln>
        </p:spPr>
      </p:pic>
    </p:spTree>
    <p:extLst>
      <p:ext uri="{BB962C8B-B14F-4D97-AF65-F5344CB8AC3E}">
        <p14:creationId xmlns:p14="http://schemas.microsoft.com/office/powerpoint/2010/main" val="27013524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E3ECD-E602-493E-4EA5-E2871108A678}"/>
              </a:ext>
            </a:extLst>
          </p:cNvPr>
          <p:cNvSpPr>
            <a:spLocks noGrp="1"/>
          </p:cNvSpPr>
          <p:nvPr>
            <p:ph type="ctrTitle"/>
          </p:nvPr>
        </p:nvSpPr>
        <p:spPr>
          <a:xfrm>
            <a:off x="1524000" y="1122362"/>
            <a:ext cx="9144000" cy="1129771"/>
          </a:xfrm>
        </p:spPr>
        <p:txBody>
          <a:bodyPr>
            <a:normAutofit fontScale="90000"/>
          </a:bodyPr>
          <a:lstStyle/>
          <a:p>
            <a:r>
              <a:rPr lang="en-IN" b="1" dirty="0">
                <a:latin typeface="Times New Roman" panose="02020603050405020304" pitchFamily="18" charset="0"/>
                <a:cs typeface="Times New Roman" pitchFamily="18" charset="0"/>
              </a:rPr>
              <a:t>OBJECTIVE</a:t>
            </a:r>
            <a:br>
              <a:rPr lang="en-IN" dirty="0">
                <a:latin typeface="Times New Roman" panose="02020603050405020304" pitchFamily="18" charset="0"/>
                <a:cs typeface="Times New Roman" pitchFamily="18" charset="0"/>
              </a:rPr>
            </a:br>
            <a:endParaRPr lang="en-US" dirty="0"/>
          </a:p>
        </p:txBody>
      </p:sp>
      <p:sp>
        <p:nvSpPr>
          <p:cNvPr id="3" name="Subtitle 2">
            <a:extLst>
              <a:ext uri="{FF2B5EF4-FFF2-40B4-BE49-F238E27FC236}">
                <a16:creationId xmlns:a16="http://schemas.microsoft.com/office/drawing/2014/main" id="{3B46DD0E-9EBA-029E-29B9-323513AF9BDD}"/>
              </a:ext>
            </a:extLst>
          </p:cNvPr>
          <p:cNvSpPr>
            <a:spLocks noGrp="1"/>
          </p:cNvSpPr>
          <p:nvPr>
            <p:ph type="subTitle" idx="1"/>
          </p:nvPr>
        </p:nvSpPr>
        <p:spPr>
          <a:xfrm>
            <a:off x="533401" y="1896533"/>
            <a:ext cx="11125198" cy="4360334"/>
          </a:xfrm>
        </p:spPr>
        <p:txBody>
          <a:bodyPr>
            <a:normAutofit/>
          </a:bodyPr>
          <a:lstStyle/>
          <a:p>
            <a:pPr algn="l" eaLnBrk="0" fontAlgn="base" hangingPunct="0">
              <a:lnSpc>
                <a:spcPct val="100000"/>
              </a:lnSpc>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 Battery management is important for efficiency and safety in energy storage systems.</a:t>
            </a:r>
          </a:p>
          <a:p>
            <a:pPr algn="l" eaLnBrk="0" fontAlgn="base" hangingPunct="0">
              <a:lnSpc>
                <a:spcPct val="100000"/>
              </a:lnSpc>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algn="l" eaLnBrk="0" fontAlgn="base" hangingPunct="0">
              <a:lnSpc>
                <a:spcPct val="100000"/>
              </a:lnSpc>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Overheating and improper usage can reduce battery life and cause failures.</a:t>
            </a:r>
          </a:p>
          <a:p>
            <a:pPr algn="l" eaLnBrk="0" fontAlgn="base" hangingPunct="0">
              <a:lnSpc>
                <a:spcPct val="100000"/>
              </a:lnSpc>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algn="l" eaLnBrk="0" fontAlgn="base" hangingPunct="0">
              <a:lnSpc>
                <a:spcPct val="100000"/>
              </a:lnSpc>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 This project develops a smart system for real-time battery monitoring.</a:t>
            </a:r>
          </a:p>
          <a:p>
            <a:pPr algn="l" eaLnBrk="0" fontAlgn="base" hangingPunct="0">
              <a:lnSpc>
                <a:spcPct val="100000"/>
              </a:lnSpc>
              <a:spcBef>
                <a:spcPct val="0"/>
              </a:spcBef>
              <a:spcAft>
                <a:spcPct val="0"/>
              </a:spcAft>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algn="l" eaLnBrk="0" fontAlgn="base" hangingPunct="0">
              <a:lnSpc>
                <a:spcPct val="100000"/>
              </a:lnSpc>
              <a:spcBef>
                <a:spcPct val="0"/>
              </a:spcBef>
              <a:spcAft>
                <a:spcPct val="0"/>
              </a:spcAf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This system also provides battery parameters via on OLED display.</a:t>
            </a:r>
            <a:endParaRPr lang="en-US" altLang="en-US" dirty="0">
              <a:latin typeface="Times New Roman" panose="02020603050405020304" pitchFamily="18" charset="0"/>
              <a:cs typeface="Times New Roman" panose="02020603050405020304" pitchFamily="18" charset="0"/>
            </a:endParaRPr>
          </a:p>
          <a:p>
            <a:pPr algn="l" eaLnBrk="0" fontAlgn="base" hangingPunct="0">
              <a:lnSpc>
                <a:spcPct val="100000"/>
              </a:lnSpc>
              <a:spcBef>
                <a:spcPct val="0"/>
              </a:spcBef>
              <a:spcAft>
                <a:spcPct val="0"/>
              </a:spcAft>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algn="l" eaLnBrk="0" fontAlgn="base" hangingPunct="0">
              <a:lnSpc>
                <a:spcPct val="100000"/>
              </a:lnSpc>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 Cloud-based analytics help in better performance monitoring and decision-making.</a:t>
            </a:r>
          </a:p>
          <a:p>
            <a:pPr lvl="0" algn="l" eaLnBrk="0" fontAlgn="base" hangingPunct="0">
              <a:lnSpc>
                <a:spcPct val="100000"/>
              </a:lnSpc>
              <a:spcBef>
                <a:spcPct val="0"/>
              </a:spcBef>
              <a:spcAft>
                <a:spcPct val="0"/>
              </a:spcAf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algn="l"/>
            <a:endParaRPr lang="en-US" dirty="0"/>
          </a:p>
        </p:txBody>
      </p:sp>
      <p:sp>
        <p:nvSpPr>
          <p:cNvPr id="4" name="Rectangle 3">
            <a:extLst>
              <a:ext uri="{FF2B5EF4-FFF2-40B4-BE49-F238E27FC236}">
                <a16:creationId xmlns:a16="http://schemas.microsoft.com/office/drawing/2014/main" id="{7528A190-7B83-AC51-8D33-39976C8918E1}"/>
              </a:ext>
            </a:extLst>
          </p:cNvPr>
          <p:cNvSpPr/>
          <p:nvPr/>
        </p:nvSpPr>
        <p:spPr>
          <a:xfrm>
            <a:off x="457200" y="507999"/>
            <a:ext cx="11201399" cy="5892801"/>
          </a:xfrm>
          <a:prstGeom prst="rect">
            <a:avLst/>
          </a:prstGeom>
          <a:noFill/>
          <a:ln w="38100">
            <a:solidFill>
              <a:schemeClr val="tx1">
                <a:lumMod val="95000"/>
                <a:lumOff val="5000"/>
              </a:schemeClr>
            </a:solid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39845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259078-4482-8A72-E8E7-60764B255D1A}"/>
              </a:ext>
            </a:extLst>
          </p:cNvPr>
          <p:cNvSpPr/>
          <p:nvPr/>
        </p:nvSpPr>
        <p:spPr>
          <a:xfrm>
            <a:off x="428624" y="400050"/>
            <a:ext cx="11249025" cy="6010275"/>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272268FD-2596-8A00-FA71-BEAEB2C7C3CD}"/>
              </a:ext>
            </a:extLst>
          </p:cNvPr>
          <p:cNvSpPr txBox="1">
            <a:spLocks/>
          </p:cNvSpPr>
          <p:nvPr/>
        </p:nvSpPr>
        <p:spPr>
          <a:xfrm>
            <a:off x="719666" y="2048879"/>
            <a:ext cx="10515601" cy="11229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5400" dirty="0">
                <a:latin typeface="Times New Roman" panose="02020603050405020304" pitchFamily="18" charset="0"/>
                <a:cs typeface="Times New Roman" pitchFamily="18" charset="0"/>
              </a:rPr>
              <a:t> </a:t>
            </a:r>
            <a:r>
              <a:rPr lang="en-US" sz="5400" b="1" dirty="0">
                <a:latin typeface="Times New Roman" panose="02020603050405020304" pitchFamily="18" charset="0"/>
                <a:cs typeface="Times New Roman" pitchFamily="18" charset="0"/>
              </a:rPr>
              <a:t>METHODOLOGY</a:t>
            </a:r>
            <a:br>
              <a:rPr lang="en-US" sz="5400" dirty="0">
                <a:latin typeface="Times New Roman" panose="02020603050405020304" pitchFamily="18" charset="0"/>
                <a:cs typeface="Times New Roman" pitchFamily="18" charset="0"/>
              </a:rPr>
            </a:br>
            <a:endParaRPr lang="en-IN" sz="5400" dirty="0"/>
          </a:p>
          <a:p>
            <a:pPr algn="ctr"/>
            <a:endParaRPr lang="en-IN" sz="5400" dirty="0"/>
          </a:p>
        </p:txBody>
      </p:sp>
      <p:sp>
        <p:nvSpPr>
          <p:cNvPr id="7" name="Content Placeholder 2">
            <a:extLst>
              <a:ext uri="{FF2B5EF4-FFF2-40B4-BE49-F238E27FC236}">
                <a16:creationId xmlns:a16="http://schemas.microsoft.com/office/drawing/2014/main" id="{B4AED4F0-2A81-34CC-B2C4-6FF572C1BB84}"/>
              </a:ext>
            </a:extLst>
          </p:cNvPr>
          <p:cNvSpPr txBox="1">
            <a:spLocks/>
          </p:cNvSpPr>
          <p:nvPr/>
        </p:nvSpPr>
        <p:spPr>
          <a:xfrm>
            <a:off x="838199" y="2105025"/>
            <a:ext cx="10515601" cy="362465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IN" sz="1800" dirty="0">
                <a:latin typeface="Times New Roman" panose="02020603050405020304" pitchFamily="18" charset="0"/>
                <a:cs typeface="Times New Roman" panose="02020603050405020304" pitchFamily="18" charset="0"/>
              </a:rPr>
              <a:t>BMS Design – ESP32-based battery management system.</a:t>
            </a:r>
          </a:p>
          <a:p>
            <a:pPr algn="just">
              <a:lnSpc>
                <a:spcPct val="150000"/>
              </a:lnSpc>
            </a:pPr>
            <a:r>
              <a:rPr lang="en-IN" sz="1800" dirty="0">
                <a:latin typeface="Times New Roman" panose="02020603050405020304" pitchFamily="18" charset="0"/>
                <a:cs typeface="Times New Roman" panose="02020603050405020304" pitchFamily="18" charset="0"/>
              </a:rPr>
              <a:t>Integrated thermal sensors and Peltier modules for heat management.</a:t>
            </a:r>
          </a:p>
          <a:p>
            <a:pPr algn="just">
              <a:lnSpc>
                <a:spcPct val="150000"/>
              </a:lnSpc>
            </a:pPr>
            <a:r>
              <a:rPr lang="en-IN" sz="1800" dirty="0">
                <a:latin typeface="Times New Roman" panose="02020603050405020304" pitchFamily="18" charset="0"/>
                <a:cs typeface="Times New Roman" panose="02020603050405020304" pitchFamily="18" charset="0"/>
              </a:rPr>
              <a:t>Developed a real-time monitoring dashboard.</a:t>
            </a:r>
          </a:p>
          <a:p>
            <a:pPr algn="just">
              <a:lnSpc>
                <a:spcPct val="150000"/>
              </a:lnSpc>
            </a:pPr>
            <a:r>
              <a:rPr lang="en-IN" sz="1800" dirty="0">
                <a:latin typeface="Times New Roman" panose="02020603050405020304" pitchFamily="18" charset="0"/>
                <a:cs typeface="Times New Roman" panose="02020603050405020304" pitchFamily="18" charset="0"/>
              </a:rPr>
              <a:t>Simulated temperature, humidity, and smoke conditions in testing.</a:t>
            </a:r>
          </a:p>
          <a:p>
            <a:pPr algn="just">
              <a:lnSpc>
                <a:spcPct val="150000"/>
              </a:lnSpc>
            </a:pPr>
            <a:r>
              <a:rPr lang="en-IN" sz="1800" dirty="0">
                <a:latin typeface="Times New Roman" panose="02020603050405020304" pitchFamily="18" charset="0"/>
                <a:cs typeface="Times New Roman" panose="02020603050405020304" pitchFamily="18" charset="0"/>
              </a:rPr>
              <a:t>Used TEC cooling to prevent overheating.</a:t>
            </a:r>
          </a:p>
          <a:p>
            <a:pPr algn="just">
              <a:lnSpc>
                <a:spcPct val="150000"/>
              </a:lnSpc>
            </a:pPr>
            <a:r>
              <a:rPr lang="en-IN" sz="1800" dirty="0">
                <a:latin typeface="Times New Roman" panose="02020603050405020304" pitchFamily="18" charset="0"/>
                <a:cs typeface="Times New Roman" panose="02020603050405020304" pitchFamily="18" charset="0"/>
              </a:rPr>
              <a:t>Improved prediction models for better battery health estimation.</a:t>
            </a:r>
          </a:p>
          <a:p>
            <a:pPr marL="0" indent="0">
              <a:buFont typeface="Arial" panose="020B0604020202020204" pitchFamily="34" charset="0"/>
              <a:buNone/>
            </a:pPr>
            <a:endParaRPr lang="en-IN" dirty="0"/>
          </a:p>
        </p:txBody>
      </p:sp>
    </p:spTree>
    <p:extLst>
      <p:ext uri="{BB962C8B-B14F-4D97-AF65-F5344CB8AC3E}">
        <p14:creationId xmlns:p14="http://schemas.microsoft.com/office/powerpoint/2010/main" val="21988495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F5244-D997-77AB-C3F8-5E3ADDA94B56}"/>
              </a:ext>
            </a:extLst>
          </p:cNvPr>
          <p:cNvSpPr txBox="1">
            <a:spLocks/>
          </p:cNvSpPr>
          <p:nvPr/>
        </p:nvSpPr>
        <p:spPr>
          <a:xfrm>
            <a:off x="969498" y="1090557"/>
            <a:ext cx="10253003" cy="7366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latin typeface="Times  new roman"/>
                <a:cs typeface="Times New Roman" pitchFamily="18" charset="0"/>
              </a:rPr>
              <a:t>MATHEMATICAL FORMULATION OF THE PROBLEM</a:t>
            </a:r>
            <a:endParaRPr lang="en-IN" sz="2800" b="1" dirty="0">
              <a:latin typeface="Times  new roman"/>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457FDE0-CA6B-FF11-D3A2-5F16A92721F8}"/>
                  </a:ext>
                </a:extLst>
              </p:cNvPr>
              <p:cNvSpPr txBox="1">
                <a:spLocks/>
              </p:cNvSpPr>
              <p:nvPr/>
            </p:nvSpPr>
            <p:spPr>
              <a:xfrm>
                <a:off x="647699" y="1938868"/>
                <a:ext cx="10784287" cy="3948054"/>
              </a:xfrm>
              <a:prstGeom prst="rect">
                <a:avLst/>
              </a:prstGeom>
            </p:spPr>
            <p:txBody>
              <a:bodyP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buFont typeface="Arial" panose="020B0604020202020204" pitchFamily="34" charset="0"/>
                  <a:buNone/>
                </a:pPr>
                <a:r>
                  <a:rPr lang="en-IN" sz="1900" kern="100"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The Kalman filter is an advanced recursive algorithm used for estimating the State of Charge (SOC) and State of Health (SOH) of batteries by filtering noise and improving measurement accuracy. It is widely used in Battery Management Systems (BMS) due to its capability to provide real-time estimation even in the presence of uncertainties.</a:t>
                </a:r>
                <a:endParaRPr lang="en-IN" sz="1900" kern="1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0000"/>
                  </a:lnSpc>
                  <a:spcAft>
                    <a:spcPts val="800"/>
                  </a:spcAft>
                  <a:buFont typeface="Arial" panose="020B0604020202020204" pitchFamily="34" charset="0"/>
                  <a:buNone/>
                </a:pPr>
                <a:r>
                  <a:rPr lang="en-IN" sz="1900" kern="100"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1. State of Charge (SOC) Calculation </a:t>
                </a:r>
                <a:endParaRPr lang="en-IN" sz="1900" kern="1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0000"/>
                  </a:lnSpc>
                  <a:spcAft>
                    <a:spcPts val="800"/>
                  </a:spcAft>
                  <a:buFont typeface="Arial" panose="020B0604020202020204" pitchFamily="34" charset="0"/>
                  <a:buNone/>
                </a:pPr>
                <a:r>
                  <a:rPr lang="en-IN" sz="1900" kern="100"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The State of Charge (SOC) represents the available energy in the battery relative to its full capacity. It is calculated as:</a:t>
                </a:r>
                <a:endParaRPr lang="en-IN" sz="19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10000"/>
                  </a:lnSpc>
                  <a:spcAft>
                    <a:spcPts val="800"/>
                  </a:spcAft>
                  <a:buFont typeface="Arial" panose="020B0604020202020204" pitchFamily="34" charset="0"/>
                  <a:buNone/>
                </a:pPr>
                <a:r>
                  <a:rPr lang="en-IN" sz="1900" kern="100"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                                   SOC(t)= SOC(t−1) +</a:t>
                </a:r>
                <a14:m>
                  <m:oMath xmlns:m="http://schemas.openxmlformats.org/officeDocument/2006/math">
                    <m:f>
                      <m:fPr>
                        <m:ctrlPr>
                          <a:rPr lang="en-IN" sz="1900" i="1" kern="100">
                            <a:latin typeface="Cambria Math" panose="02040503050406030204" pitchFamily="18" charset="0"/>
                            <a:ea typeface="Calibri" panose="020F0502020204030204" pitchFamily="34" charset="0"/>
                            <a:cs typeface="Gautami" panose="020B0502040204020203" pitchFamily="34" charset="0"/>
                          </a:rPr>
                        </m:ctrlPr>
                      </m:fPr>
                      <m:num>
                        <m:r>
                          <a:rPr lang="en-IN" sz="1900" i="1" kern="100">
                            <a:latin typeface="Cambria Math" panose="02040503050406030204" pitchFamily="18" charset="0"/>
                            <a:ea typeface="Calibri" panose="020F0502020204030204" pitchFamily="34" charset="0"/>
                            <a:cs typeface="Gautami" panose="020B0502040204020203" pitchFamily="34" charset="0"/>
                          </a:rPr>
                          <m:t>1</m:t>
                        </m:r>
                      </m:num>
                      <m:den>
                        <m:sSub>
                          <m:sSubPr>
                            <m:ctrlPr>
                              <a:rPr lang="en-IN" sz="1900" i="1" kern="100">
                                <a:latin typeface="Cambria Math" panose="02040503050406030204" pitchFamily="18" charset="0"/>
                                <a:ea typeface="Calibri" panose="020F0502020204030204" pitchFamily="34" charset="0"/>
                                <a:cs typeface="Gautami" panose="020B0502040204020203" pitchFamily="34" charset="0"/>
                              </a:rPr>
                            </m:ctrlPr>
                          </m:sSubPr>
                          <m:e>
                            <m:r>
                              <a:rPr lang="en-IN" sz="1900" i="1" kern="100">
                                <a:latin typeface="Cambria Math" panose="02040503050406030204" pitchFamily="18" charset="0"/>
                                <a:ea typeface="Calibri" panose="020F0502020204030204" pitchFamily="34" charset="0"/>
                                <a:cs typeface="Gautami" panose="020B0502040204020203" pitchFamily="34" charset="0"/>
                              </a:rPr>
                              <m:t>𝐶</m:t>
                            </m:r>
                          </m:e>
                          <m:sub>
                            <m:r>
                              <a:rPr lang="en-IN" sz="1900" i="1" kern="100">
                                <a:latin typeface="Cambria Math" panose="02040503050406030204" pitchFamily="18" charset="0"/>
                                <a:ea typeface="Calibri" panose="020F0502020204030204" pitchFamily="34" charset="0"/>
                                <a:cs typeface="Gautami" panose="020B0502040204020203" pitchFamily="34" charset="0"/>
                              </a:rPr>
                              <m:t>𝑛𝑜𝑚</m:t>
                            </m:r>
                          </m:sub>
                        </m:sSub>
                      </m:den>
                    </m:f>
                  </m:oMath>
                </a14:m>
                <a:r>
                  <a:rPr lang="en-IN" sz="1900" kern="100"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∫I(t)dt </a:t>
                </a:r>
                <a:endParaRPr lang="en-IN" sz="1900" kern="1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0000"/>
                  </a:lnSpc>
                  <a:spcAft>
                    <a:spcPts val="800"/>
                  </a:spcAft>
                  <a:buFont typeface="Arial" panose="020B0604020202020204" pitchFamily="34" charset="0"/>
                  <a:buNone/>
                </a:pPr>
                <a:r>
                  <a:rPr lang="en-IN" sz="1900" kern="100"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Where:</a:t>
                </a:r>
                <a:endParaRPr lang="en-IN" sz="1900" kern="1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10000"/>
                  </a:lnSpc>
                  <a:buFont typeface="Courier New" panose="02070309020205020404" pitchFamily="49" charset="0"/>
                  <a:buChar char="o"/>
                </a:pPr>
                <a:r>
                  <a:rPr lang="en-IN" sz="1900" kern="100"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SOC(t) = State of Charge at time t</a:t>
                </a:r>
              </a:p>
              <a:p>
                <a:pPr marL="342900" indent="-342900" algn="just">
                  <a:lnSpc>
                    <a:spcPct val="110000"/>
                  </a:lnSpc>
                  <a:buFont typeface="Courier New" panose="02070309020205020404" pitchFamily="49" charset="0"/>
                  <a:buChar char="o"/>
                </a:pPr>
                <a:r>
                  <a:rPr lang="en-IN" sz="1900" kern="100"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SOC(t−1) = State of Charge at the previous time step</a:t>
                </a:r>
                <a:endParaRPr lang="en-IN" sz="1900" kern="100" dirty="0">
                  <a:latin typeface="Times New Roman" panose="02020603050405020304" pitchFamily="18" charset="0"/>
                  <a:ea typeface="Calibri" panose="020F0502020204030204" pitchFamily="34" charset="0"/>
                  <a:cs typeface="Times New Roman" panose="02020603050405020304" pitchFamily="18" charset="0"/>
                </a:endParaRPr>
              </a:p>
              <a:p>
                <a:pPr marL="0" indent="0">
                  <a:buFont typeface="Arial" panose="020B0604020202020204" pitchFamily="34" charset="0"/>
                  <a:buNone/>
                </a:pPr>
                <a:endParaRPr lang="en-IN" dirty="0"/>
              </a:p>
            </p:txBody>
          </p:sp>
        </mc:Choice>
        <mc:Fallback>
          <p:sp>
            <p:nvSpPr>
              <p:cNvPr id="3" name="Content Placeholder 2">
                <a:extLst>
                  <a:ext uri="{FF2B5EF4-FFF2-40B4-BE49-F238E27FC236}">
                    <a16:creationId xmlns:a16="http://schemas.microsoft.com/office/drawing/2014/main" id="{7457FDE0-CA6B-FF11-D3A2-5F16A92721F8}"/>
                  </a:ext>
                </a:extLst>
              </p:cNvPr>
              <p:cNvSpPr txBox="1">
                <a:spLocks noRot="1" noChangeAspect="1" noMove="1" noResize="1" noEditPoints="1" noAdjustHandles="1" noChangeArrowheads="1" noChangeShapeType="1" noTextEdit="1"/>
              </p:cNvSpPr>
              <p:nvPr/>
            </p:nvSpPr>
            <p:spPr>
              <a:xfrm>
                <a:off x="647699" y="1938868"/>
                <a:ext cx="10784287" cy="3948054"/>
              </a:xfrm>
              <a:prstGeom prst="rect">
                <a:avLst/>
              </a:prstGeom>
              <a:blipFill>
                <a:blip r:embed="rId2"/>
                <a:stretch>
                  <a:fillRect l="-283" t="-463" r="-339"/>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FC4BAFEE-1E64-DD29-677F-3A15C4ABEF54}"/>
              </a:ext>
            </a:extLst>
          </p:cNvPr>
          <p:cNvSpPr/>
          <p:nvPr/>
        </p:nvSpPr>
        <p:spPr>
          <a:xfrm>
            <a:off x="499532" y="558800"/>
            <a:ext cx="11080623" cy="5808133"/>
          </a:xfrm>
          <a:prstGeom prst="rect">
            <a:avLst/>
          </a:prstGeom>
          <a:noFill/>
          <a:ln w="381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B5F311F-B4C4-5E8E-D8CB-5EB392369DCC}"/>
              </a:ext>
            </a:extLst>
          </p:cNvPr>
          <p:cNvSpPr txBox="1"/>
          <p:nvPr/>
        </p:nvSpPr>
        <p:spPr>
          <a:xfrm>
            <a:off x="3733670" y="2803817"/>
            <a:ext cx="5012267" cy="338554"/>
          </a:xfrm>
          <a:prstGeom prst="rect">
            <a:avLst/>
          </a:prstGeom>
          <a:noFill/>
        </p:spPr>
        <p:txBody>
          <a:bodyPr wrap="square" rtlCol="0">
            <a:spAutoFit/>
          </a:bodyPr>
          <a:lstStyle/>
          <a:p>
            <a:r>
              <a:rPr lang="en-US" sz="1600" dirty="0">
                <a:latin typeface="Times New Roman" panose="02020603050405020304" pitchFamily="18" charset="0"/>
                <a:ea typeface="Cambria Math" panose="02040503050406030204" pitchFamily="18" charset="0"/>
                <a:cs typeface="Times New Roman" panose="02020603050405020304" pitchFamily="18" charset="0"/>
              </a:rPr>
              <a:t>(proposed by Rudolf E. Kalman)</a:t>
            </a:r>
          </a:p>
        </p:txBody>
      </p:sp>
    </p:spTree>
    <p:extLst>
      <p:ext uri="{BB962C8B-B14F-4D97-AF65-F5344CB8AC3E}">
        <p14:creationId xmlns:p14="http://schemas.microsoft.com/office/powerpoint/2010/main" val="16085170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Group 84">
            <a:extLst>
              <a:ext uri="{FF2B5EF4-FFF2-40B4-BE49-F238E27FC236}">
                <a16:creationId xmlns:a16="http://schemas.microsoft.com/office/drawing/2014/main" id="{CEC1966D-3C82-93B4-6501-21A28D7575B5}"/>
              </a:ext>
            </a:extLst>
          </p:cNvPr>
          <p:cNvGrpSpPr/>
          <p:nvPr/>
        </p:nvGrpSpPr>
        <p:grpSpPr>
          <a:xfrm>
            <a:off x="791631" y="984875"/>
            <a:ext cx="10462384" cy="5314322"/>
            <a:chOff x="486831" y="620808"/>
            <a:chExt cx="10462384" cy="5314322"/>
          </a:xfrm>
        </p:grpSpPr>
        <p:grpSp>
          <p:nvGrpSpPr>
            <p:cNvPr id="69" name="Group 68">
              <a:extLst>
                <a:ext uri="{FF2B5EF4-FFF2-40B4-BE49-F238E27FC236}">
                  <a16:creationId xmlns:a16="http://schemas.microsoft.com/office/drawing/2014/main" id="{0A3E6994-B1FE-C1AC-5C3E-858AE649CB64}"/>
                </a:ext>
              </a:extLst>
            </p:cNvPr>
            <p:cNvGrpSpPr/>
            <p:nvPr/>
          </p:nvGrpSpPr>
          <p:grpSpPr>
            <a:xfrm>
              <a:off x="486831" y="1983835"/>
              <a:ext cx="9810448" cy="3951295"/>
              <a:chOff x="436031" y="1501235"/>
              <a:chExt cx="9810448" cy="3951295"/>
            </a:xfrm>
          </p:grpSpPr>
          <p:sp>
            <p:nvSpPr>
              <p:cNvPr id="13" name="Rectangle 12">
                <a:extLst>
                  <a:ext uri="{FF2B5EF4-FFF2-40B4-BE49-F238E27FC236}">
                    <a16:creationId xmlns:a16="http://schemas.microsoft.com/office/drawing/2014/main" id="{4DE31BD2-0848-D3D3-4C74-59CC22B01ABE}"/>
                  </a:ext>
                </a:extLst>
              </p:cNvPr>
              <p:cNvSpPr/>
              <p:nvPr/>
            </p:nvSpPr>
            <p:spPr>
              <a:xfrm>
                <a:off x="436031" y="2402415"/>
                <a:ext cx="1348622" cy="2497668"/>
              </a:xfrm>
              <a:prstGeom prst="rect">
                <a:avLst/>
              </a:prstGeom>
              <a:solidFill>
                <a:schemeClr val="bg1"/>
              </a:solidFill>
              <a:ln w="28575"/>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AEE34083-7182-CACE-81A6-FAF9D7A16CBA}"/>
                  </a:ext>
                </a:extLst>
              </p:cNvPr>
              <p:cNvGrpSpPr/>
              <p:nvPr/>
            </p:nvGrpSpPr>
            <p:grpSpPr>
              <a:xfrm>
                <a:off x="5490170" y="1501235"/>
                <a:ext cx="2032001" cy="3951295"/>
                <a:chOff x="4777005" y="1682750"/>
                <a:chExt cx="2032001" cy="3951295"/>
              </a:xfrm>
              <a:solidFill>
                <a:schemeClr val="bg1"/>
              </a:solidFill>
            </p:grpSpPr>
            <p:sp>
              <p:nvSpPr>
                <p:cNvPr id="2" name="Rectangle 1">
                  <a:extLst>
                    <a:ext uri="{FF2B5EF4-FFF2-40B4-BE49-F238E27FC236}">
                      <a16:creationId xmlns:a16="http://schemas.microsoft.com/office/drawing/2014/main" id="{462A2AB6-2830-076B-45FF-B87453600050}"/>
                    </a:ext>
                  </a:extLst>
                </p:cNvPr>
                <p:cNvSpPr/>
                <p:nvPr/>
              </p:nvSpPr>
              <p:spPr>
                <a:xfrm>
                  <a:off x="4777005" y="1682750"/>
                  <a:ext cx="2032001" cy="3951295"/>
                </a:xfrm>
                <a:prstGeom prst="rect">
                  <a:avLst/>
                </a:prstGeom>
                <a:grpFill/>
                <a:ln w="38100"/>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5C66CCEB-FE11-CA15-40B9-80464A99F96C}"/>
                    </a:ext>
                  </a:extLst>
                </p:cNvPr>
                <p:cNvSpPr txBox="1"/>
                <p:nvPr/>
              </p:nvSpPr>
              <p:spPr>
                <a:xfrm>
                  <a:off x="4952083" y="3480654"/>
                  <a:ext cx="1681843" cy="646331"/>
                </a:xfrm>
                <a:prstGeom prst="rect">
                  <a:avLst/>
                </a:prstGeom>
                <a:grpFill/>
                <a:ln w="38100">
                  <a:solidFill>
                    <a:schemeClr val="tx1"/>
                  </a:solidFill>
                </a:ln>
                <a:scene3d>
                  <a:camera prst="orthographicFront"/>
                  <a:lightRig rig="threePt" dir="t"/>
                </a:scene3d>
                <a:sp3d>
                  <a:bevelT prst="relaxedInset"/>
                </a:sp3d>
              </p:spPr>
              <p:txBody>
                <a:bodyPr wrap="square" rtlCol="0">
                  <a:spAutoFit/>
                </a:bodyPr>
                <a:lstStyle/>
                <a:p>
                  <a:pPr algn="ctr"/>
                  <a:r>
                    <a:rPr lang="en-US" dirty="0"/>
                    <a:t>ESP_32</a:t>
                  </a:r>
                </a:p>
                <a:p>
                  <a:pPr algn="ctr"/>
                  <a:r>
                    <a:rPr lang="en-US" dirty="0"/>
                    <a:t>Microcontroller</a:t>
                  </a:r>
                </a:p>
              </p:txBody>
            </p:sp>
          </p:grpSp>
          <p:sp>
            <p:nvSpPr>
              <p:cNvPr id="17" name="TextBox 16">
                <a:extLst>
                  <a:ext uri="{FF2B5EF4-FFF2-40B4-BE49-F238E27FC236}">
                    <a16:creationId xmlns:a16="http://schemas.microsoft.com/office/drawing/2014/main" id="{DCEB937A-9387-FB7C-FC5E-74D139C70A17}"/>
                  </a:ext>
                </a:extLst>
              </p:cNvPr>
              <p:cNvSpPr txBox="1"/>
              <p:nvPr/>
            </p:nvSpPr>
            <p:spPr>
              <a:xfrm>
                <a:off x="636813" y="3500969"/>
                <a:ext cx="947057" cy="369332"/>
              </a:xfrm>
              <a:prstGeom prst="rect">
                <a:avLst/>
              </a:prstGeom>
              <a:noFill/>
            </p:spPr>
            <p:txBody>
              <a:bodyPr wrap="square" rtlCol="0">
                <a:spAutoFit/>
              </a:bodyPr>
              <a:lstStyle/>
              <a:p>
                <a:r>
                  <a:rPr lang="en-US" dirty="0"/>
                  <a:t>Battery</a:t>
                </a:r>
              </a:p>
            </p:txBody>
          </p:sp>
          <p:grpSp>
            <p:nvGrpSpPr>
              <p:cNvPr id="27" name="Group 26">
                <a:extLst>
                  <a:ext uri="{FF2B5EF4-FFF2-40B4-BE49-F238E27FC236}">
                    <a16:creationId xmlns:a16="http://schemas.microsoft.com/office/drawing/2014/main" id="{96F70B68-0074-75D1-63E9-55626A99ECF2}"/>
                  </a:ext>
                </a:extLst>
              </p:cNvPr>
              <p:cNvGrpSpPr/>
              <p:nvPr/>
            </p:nvGrpSpPr>
            <p:grpSpPr>
              <a:xfrm>
                <a:off x="2791269" y="2452974"/>
                <a:ext cx="1794935" cy="2396550"/>
                <a:chOff x="2954865" y="2609368"/>
                <a:chExt cx="1794935" cy="2396550"/>
              </a:xfrm>
              <a:effectLst>
                <a:outerShdw blurRad="50800" dist="38100" dir="18900000" algn="bl" rotWithShape="0">
                  <a:prstClr val="black">
                    <a:alpha val="40000"/>
                  </a:prstClr>
                </a:outerShdw>
              </a:effectLst>
            </p:grpSpPr>
            <p:sp>
              <p:nvSpPr>
                <p:cNvPr id="19" name="TextBox 18">
                  <a:extLst>
                    <a:ext uri="{FF2B5EF4-FFF2-40B4-BE49-F238E27FC236}">
                      <a16:creationId xmlns:a16="http://schemas.microsoft.com/office/drawing/2014/main" id="{2EE69FA5-9902-FF40-5EE4-B74338D68418}"/>
                    </a:ext>
                  </a:extLst>
                </p:cNvPr>
                <p:cNvSpPr txBox="1"/>
                <p:nvPr/>
              </p:nvSpPr>
              <p:spPr>
                <a:xfrm>
                  <a:off x="3005667" y="2609368"/>
                  <a:ext cx="1744133" cy="369332"/>
                </a:xfrm>
                <a:prstGeom prst="rect">
                  <a:avLst/>
                </a:prstGeom>
                <a:noFill/>
              </p:spPr>
              <p:txBody>
                <a:bodyPr wrap="square" rtlCol="0">
                  <a:spAutoFit/>
                </a:bodyPr>
                <a:lstStyle/>
                <a:p>
                  <a:r>
                    <a:rPr lang="en-US" dirty="0"/>
                    <a:t>Voltage Sensor</a:t>
                  </a:r>
                </a:p>
              </p:txBody>
            </p:sp>
            <p:sp>
              <p:nvSpPr>
                <p:cNvPr id="4" name="Rectangle: Rounded Corners 3">
                  <a:extLst>
                    <a:ext uri="{FF2B5EF4-FFF2-40B4-BE49-F238E27FC236}">
                      <a16:creationId xmlns:a16="http://schemas.microsoft.com/office/drawing/2014/main" id="{8975BDDE-7D73-C656-B20F-CB561C8829DE}"/>
                    </a:ext>
                  </a:extLst>
                </p:cNvPr>
                <p:cNvSpPr/>
                <p:nvPr/>
              </p:nvSpPr>
              <p:spPr>
                <a:xfrm>
                  <a:off x="2954867" y="2609368"/>
                  <a:ext cx="1667930" cy="447099"/>
                </a:xfrm>
                <a:prstGeom prst="roundRect">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9C79AFD-DD78-BD26-0381-C64C077B5E0C}"/>
                    </a:ext>
                  </a:extLst>
                </p:cNvPr>
                <p:cNvSpPr/>
                <p:nvPr/>
              </p:nvSpPr>
              <p:spPr>
                <a:xfrm>
                  <a:off x="2954865" y="4574118"/>
                  <a:ext cx="1667929" cy="431800"/>
                </a:xfrm>
                <a:prstGeom prst="roundRect">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BCD76A9-DB2C-0F73-7D02-FFB66C726CD5}"/>
                    </a:ext>
                  </a:extLst>
                </p:cNvPr>
                <p:cNvSpPr/>
                <p:nvPr/>
              </p:nvSpPr>
              <p:spPr>
                <a:xfrm>
                  <a:off x="2954866" y="3253319"/>
                  <a:ext cx="1667929" cy="431800"/>
                </a:xfrm>
                <a:prstGeom prst="roundRect">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C704574A-FF85-D456-69FA-8DD1BF6F130F}"/>
                    </a:ext>
                  </a:extLst>
                </p:cNvPr>
                <p:cNvSpPr/>
                <p:nvPr/>
              </p:nvSpPr>
              <p:spPr>
                <a:xfrm>
                  <a:off x="2954865" y="3913718"/>
                  <a:ext cx="1667929" cy="431800"/>
                </a:xfrm>
                <a:prstGeom prst="roundRect">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C9E1461C-D3D0-C6C2-DED7-37F1E7D494C8}"/>
                    </a:ext>
                  </a:extLst>
                </p:cNvPr>
                <p:cNvSpPr txBox="1"/>
                <p:nvPr/>
              </p:nvSpPr>
              <p:spPr>
                <a:xfrm>
                  <a:off x="2954865" y="3942319"/>
                  <a:ext cx="1744133" cy="369332"/>
                </a:xfrm>
                <a:prstGeom prst="rect">
                  <a:avLst/>
                </a:prstGeom>
                <a:noFill/>
              </p:spPr>
              <p:txBody>
                <a:bodyPr wrap="square" rtlCol="0">
                  <a:spAutoFit/>
                </a:bodyPr>
                <a:lstStyle/>
                <a:p>
                  <a:r>
                    <a:rPr lang="en-US" dirty="0"/>
                    <a:t>Smoke Sensor</a:t>
                  </a:r>
                </a:p>
              </p:txBody>
            </p:sp>
            <p:sp>
              <p:nvSpPr>
                <p:cNvPr id="21" name="TextBox 20">
                  <a:extLst>
                    <a:ext uri="{FF2B5EF4-FFF2-40B4-BE49-F238E27FC236}">
                      <a16:creationId xmlns:a16="http://schemas.microsoft.com/office/drawing/2014/main" id="{ECEAB150-6818-B7F5-5547-25017AC73D5D}"/>
                    </a:ext>
                  </a:extLst>
                </p:cNvPr>
                <p:cNvSpPr txBox="1"/>
                <p:nvPr/>
              </p:nvSpPr>
              <p:spPr>
                <a:xfrm>
                  <a:off x="2980261" y="4587901"/>
                  <a:ext cx="1727195" cy="369332"/>
                </a:xfrm>
                <a:prstGeom prst="rect">
                  <a:avLst/>
                </a:prstGeom>
                <a:noFill/>
              </p:spPr>
              <p:txBody>
                <a:bodyPr wrap="square" rtlCol="0">
                  <a:spAutoFit/>
                </a:bodyPr>
                <a:lstStyle/>
                <a:p>
                  <a:r>
                    <a:rPr lang="en-US" dirty="0"/>
                    <a:t>Current Sensor</a:t>
                  </a:r>
                </a:p>
              </p:txBody>
            </p:sp>
            <p:sp>
              <p:nvSpPr>
                <p:cNvPr id="22" name="TextBox 21">
                  <a:extLst>
                    <a:ext uri="{FF2B5EF4-FFF2-40B4-BE49-F238E27FC236}">
                      <a16:creationId xmlns:a16="http://schemas.microsoft.com/office/drawing/2014/main" id="{0F5880CB-10AB-FE4F-7B37-52CB895A2304}"/>
                    </a:ext>
                  </a:extLst>
                </p:cNvPr>
                <p:cNvSpPr txBox="1"/>
                <p:nvPr/>
              </p:nvSpPr>
              <p:spPr>
                <a:xfrm>
                  <a:off x="2954865" y="3274021"/>
                  <a:ext cx="1744133" cy="369332"/>
                </a:xfrm>
                <a:prstGeom prst="rect">
                  <a:avLst/>
                </a:prstGeom>
                <a:noFill/>
              </p:spPr>
              <p:txBody>
                <a:bodyPr wrap="square" rtlCol="0">
                  <a:spAutoFit/>
                </a:bodyPr>
                <a:lstStyle/>
                <a:p>
                  <a:r>
                    <a:rPr lang="en-US" dirty="0"/>
                    <a:t>DHT22 Sensor</a:t>
                  </a:r>
                </a:p>
              </p:txBody>
            </p:sp>
            <p:sp>
              <p:nvSpPr>
                <p:cNvPr id="24" name="TextBox 23">
                  <a:extLst>
                    <a:ext uri="{FF2B5EF4-FFF2-40B4-BE49-F238E27FC236}">
                      <a16:creationId xmlns:a16="http://schemas.microsoft.com/office/drawing/2014/main" id="{5BDA9D73-E9F6-8292-3127-F60E2EE0A293}"/>
                    </a:ext>
                  </a:extLst>
                </p:cNvPr>
                <p:cNvSpPr txBox="1"/>
                <p:nvPr/>
              </p:nvSpPr>
              <p:spPr>
                <a:xfrm>
                  <a:off x="2988730" y="2630383"/>
                  <a:ext cx="1744133" cy="369332"/>
                </a:xfrm>
                <a:prstGeom prst="rect">
                  <a:avLst/>
                </a:prstGeom>
                <a:noFill/>
              </p:spPr>
              <p:txBody>
                <a:bodyPr wrap="square" rtlCol="0">
                  <a:spAutoFit/>
                </a:bodyPr>
                <a:lstStyle/>
                <a:p>
                  <a:r>
                    <a:rPr lang="en-US" dirty="0"/>
                    <a:t>Voltage Sensor</a:t>
                  </a:r>
                </a:p>
              </p:txBody>
            </p:sp>
          </p:grpSp>
          <p:grpSp>
            <p:nvGrpSpPr>
              <p:cNvPr id="35" name="Group 34">
                <a:extLst>
                  <a:ext uri="{FF2B5EF4-FFF2-40B4-BE49-F238E27FC236}">
                    <a16:creationId xmlns:a16="http://schemas.microsoft.com/office/drawing/2014/main" id="{5BC9C4DF-C004-A79C-4104-30A4F4638BEB}"/>
                  </a:ext>
                </a:extLst>
              </p:cNvPr>
              <p:cNvGrpSpPr/>
              <p:nvPr/>
            </p:nvGrpSpPr>
            <p:grpSpPr>
              <a:xfrm>
                <a:off x="8519281" y="2210040"/>
                <a:ext cx="1727198" cy="3094568"/>
                <a:chOff x="8144932" y="1911350"/>
                <a:chExt cx="1727198" cy="3094568"/>
              </a:xfrm>
              <a:effectLst>
                <a:outerShdw blurRad="50800" dist="38100" dir="18900000" algn="bl" rotWithShape="0">
                  <a:prstClr val="black">
                    <a:alpha val="40000"/>
                  </a:prstClr>
                </a:outerShdw>
              </a:effectLst>
            </p:grpSpPr>
            <p:grpSp>
              <p:nvGrpSpPr>
                <p:cNvPr id="14" name="Group 13">
                  <a:extLst>
                    <a:ext uri="{FF2B5EF4-FFF2-40B4-BE49-F238E27FC236}">
                      <a16:creationId xmlns:a16="http://schemas.microsoft.com/office/drawing/2014/main" id="{0E616486-F742-2707-09D0-FE6016C1AF08}"/>
                    </a:ext>
                  </a:extLst>
                </p:cNvPr>
                <p:cNvGrpSpPr/>
                <p:nvPr/>
              </p:nvGrpSpPr>
              <p:grpSpPr>
                <a:xfrm>
                  <a:off x="8144932" y="1911350"/>
                  <a:ext cx="1684867" cy="3094568"/>
                  <a:chOff x="6807200" y="1964268"/>
                  <a:chExt cx="1041400" cy="3094568"/>
                </a:xfrm>
                <a:solidFill>
                  <a:schemeClr val="bg1"/>
                </a:solidFill>
              </p:grpSpPr>
              <p:sp>
                <p:nvSpPr>
                  <p:cNvPr id="8" name="Rectangle: Rounded Corners 7">
                    <a:extLst>
                      <a:ext uri="{FF2B5EF4-FFF2-40B4-BE49-F238E27FC236}">
                        <a16:creationId xmlns:a16="http://schemas.microsoft.com/office/drawing/2014/main" id="{561E10C8-D7F2-2EEE-4CA2-9CB0995CDFCA}"/>
                      </a:ext>
                    </a:extLst>
                  </p:cNvPr>
                  <p:cNvSpPr/>
                  <p:nvPr/>
                </p:nvSpPr>
                <p:spPr>
                  <a:xfrm>
                    <a:off x="6807200" y="4627036"/>
                    <a:ext cx="1041400" cy="431800"/>
                  </a:xfrm>
                  <a:prstGeom prst="roundRect">
                    <a:avLst/>
                  </a:prstGeom>
                  <a:grp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EF88536E-9DFA-D611-07A4-3885DE3B0703}"/>
                      </a:ext>
                    </a:extLst>
                  </p:cNvPr>
                  <p:cNvSpPr/>
                  <p:nvPr/>
                </p:nvSpPr>
                <p:spPr>
                  <a:xfrm>
                    <a:off x="6807200" y="3920068"/>
                    <a:ext cx="1041400" cy="431800"/>
                  </a:xfrm>
                  <a:prstGeom prst="roundRect">
                    <a:avLst/>
                  </a:prstGeom>
                  <a:grp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83653D01-077B-F357-A8CE-4A283176970D}"/>
                      </a:ext>
                    </a:extLst>
                  </p:cNvPr>
                  <p:cNvSpPr/>
                  <p:nvPr/>
                </p:nvSpPr>
                <p:spPr>
                  <a:xfrm>
                    <a:off x="6807200" y="3289006"/>
                    <a:ext cx="1041400" cy="431800"/>
                  </a:xfrm>
                  <a:prstGeom prst="roundRect">
                    <a:avLst/>
                  </a:prstGeom>
                  <a:grp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7C0EEDFD-7B83-3D65-AB9A-28F5524D6EA4}"/>
                      </a:ext>
                    </a:extLst>
                  </p:cNvPr>
                  <p:cNvSpPr/>
                  <p:nvPr/>
                </p:nvSpPr>
                <p:spPr>
                  <a:xfrm>
                    <a:off x="6807200" y="2599269"/>
                    <a:ext cx="1041400" cy="431800"/>
                  </a:xfrm>
                  <a:prstGeom prst="roundRect">
                    <a:avLst/>
                  </a:prstGeom>
                  <a:grp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9F96CF6D-9380-F32A-3D3F-95DF32731248}"/>
                      </a:ext>
                    </a:extLst>
                  </p:cNvPr>
                  <p:cNvSpPr/>
                  <p:nvPr/>
                </p:nvSpPr>
                <p:spPr>
                  <a:xfrm>
                    <a:off x="6807200" y="1964268"/>
                    <a:ext cx="1041400" cy="431800"/>
                  </a:xfrm>
                  <a:prstGeom prst="roundRect">
                    <a:avLst/>
                  </a:prstGeom>
                  <a:grp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TextBox 28">
                  <a:extLst>
                    <a:ext uri="{FF2B5EF4-FFF2-40B4-BE49-F238E27FC236}">
                      <a16:creationId xmlns:a16="http://schemas.microsoft.com/office/drawing/2014/main" id="{DF8CF1FB-C958-88A1-3C7F-EB75990CD089}"/>
                    </a:ext>
                  </a:extLst>
                </p:cNvPr>
                <p:cNvSpPr txBox="1"/>
                <p:nvPr/>
              </p:nvSpPr>
              <p:spPr>
                <a:xfrm>
                  <a:off x="8305798" y="1959050"/>
                  <a:ext cx="1566332" cy="369332"/>
                </a:xfrm>
                <a:prstGeom prst="rect">
                  <a:avLst/>
                </a:prstGeom>
                <a:noFill/>
              </p:spPr>
              <p:txBody>
                <a:bodyPr wrap="square" rtlCol="0">
                  <a:spAutoFit/>
                </a:bodyPr>
                <a:lstStyle/>
                <a:p>
                  <a:r>
                    <a:rPr lang="en-US" dirty="0"/>
                    <a:t>OLED Display</a:t>
                  </a:r>
                </a:p>
              </p:txBody>
            </p:sp>
            <p:sp>
              <p:nvSpPr>
                <p:cNvPr id="30" name="TextBox 29">
                  <a:extLst>
                    <a:ext uri="{FF2B5EF4-FFF2-40B4-BE49-F238E27FC236}">
                      <a16:creationId xmlns:a16="http://schemas.microsoft.com/office/drawing/2014/main" id="{52BBBCFC-D758-118B-C0C0-D9D0D710BF27}"/>
                    </a:ext>
                  </a:extLst>
                </p:cNvPr>
                <p:cNvSpPr txBox="1"/>
                <p:nvPr/>
              </p:nvSpPr>
              <p:spPr>
                <a:xfrm>
                  <a:off x="8305798" y="2587892"/>
                  <a:ext cx="1363133" cy="369332"/>
                </a:xfrm>
                <a:prstGeom prst="rect">
                  <a:avLst/>
                </a:prstGeom>
                <a:noFill/>
              </p:spPr>
              <p:txBody>
                <a:bodyPr wrap="square" rtlCol="0">
                  <a:spAutoFit/>
                </a:bodyPr>
                <a:lstStyle/>
                <a:p>
                  <a:r>
                    <a:rPr lang="en-US" dirty="0"/>
                    <a:t>GSM alerts</a:t>
                  </a:r>
                </a:p>
              </p:txBody>
            </p:sp>
            <p:sp>
              <p:nvSpPr>
                <p:cNvPr id="32" name="TextBox 31">
                  <a:extLst>
                    <a:ext uri="{FF2B5EF4-FFF2-40B4-BE49-F238E27FC236}">
                      <a16:creationId xmlns:a16="http://schemas.microsoft.com/office/drawing/2014/main" id="{FB28A6A8-D309-D722-C2F9-1CC62C93ACC1}"/>
                    </a:ext>
                  </a:extLst>
                </p:cNvPr>
                <p:cNvSpPr txBox="1"/>
                <p:nvPr/>
              </p:nvSpPr>
              <p:spPr>
                <a:xfrm>
                  <a:off x="8449732" y="3237661"/>
                  <a:ext cx="1363133" cy="369332"/>
                </a:xfrm>
                <a:prstGeom prst="rect">
                  <a:avLst/>
                </a:prstGeom>
                <a:noFill/>
              </p:spPr>
              <p:txBody>
                <a:bodyPr wrap="square" rtlCol="0">
                  <a:spAutoFit/>
                </a:bodyPr>
                <a:lstStyle/>
                <a:p>
                  <a:r>
                    <a:rPr lang="en-US" dirty="0"/>
                    <a:t>Coolant</a:t>
                  </a:r>
                </a:p>
              </p:txBody>
            </p:sp>
            <p:sp>
              <p:nvSpPr>
                <p:cNvPr id="33" name="TextBox 32">
                  <a:extLst>
                    <a:ext uri="{FF2B5EF4-FFF2-40B4-BE49-F238E27FC236}">
                      <a16:creationId xmlns:a16="http://schemas.microsoft.com/office/drawing/2014/main" id="{282265D4-A071-05B2-5E08-D65B3BA97033}"/>
                    </a:ext>
                  </a:extLst>
                </p:cNvPr>
                <p:cNvSpPr txBox="1"/>
                <p:nvPr/>
              </p:nvSpPr>
              <p:spPr>
                <a:xfrm>
                  <a:off x="8492067" y="3892600"/>
                  <a:ext cx="1278464" cy="369332"/>
                </a:xfrm>
                <a:prstGeom prst="rect">
                  <a:avLst/>
                </a:prstGeom>
                <a:noFill/>
              </p:spPr>
              <p:txBody>
                <a:bodyPr wrap="square" rtlCol="0">
                  <a:spAutoFit/>
                </a:bodyPr>
                <a:lstStyle/>
                <a:p>
                  <a:r>
                    <a:rPr lang="en-US" dirty="0"/>
                    <a:t>Relays</a:t>
                  </a:r>
                </a:p>
              </p:txBody>
            </p:sp>
            <p:sp>
              <p:nvSpPr>
                <p:cNvPr id="34" name="TextBox 33">
                  <a:extLst>
                    <a:ext uri="{FF2B5EF4-FFF2-40B4-BE49-F238E27FC236}">
                      <a16:creationId xmlns:a16="http://schemas.microsoft.com/office/drawing/2014/main" id="{CF4895AA-00E9-CB0E-A269-4327DF5F7674}"/>
                    </a:ext>
                  </a:extLst>
                </p:cNvPr>
                <p:cNvSpPr txBox="1"/>
                <p:nvPr/>
              </p:nvSpPr>
              <p:spPr>
                <a:xfrm>
                  <a:off x="8551335" y="4558460"/>
                  <a:ext cx="1278464" cy="369332"/>
                </a:xfrm>
                <a:prstGeom prst="rect">
                  <a:avLst/>
                </a:prstGeom>
                <a:noFill/>
              </p:spPr>
              <p:txBody>
                <a:bodyPr wrap="square" rtlCol="0">
                  <a:spAutoFit/>
                </a:bodyPr>
                <a:lstStyle/>
                <a:p>
                  <a:r>
                    <a:rPr lang="en-US" dirty="0"/>
                    <a:t>Buzzer</a:t>
                  </a:r>
                </a:p>
              </p:txBody>
            </p:sp>
          </p:grpSp>
          <p:cxnSp>
            <p:nvCxnSpPr>
              <p:cNvPr id="53" name="Straight Arrow Connector 52">
                <a:extLst>
                  <a:ext uri="{FF2B5EF4-FFF2-40B4-BE49-F238E27FC236}">
                    <a16:creationId xmlns:a16="http://schemas.microsoft.com/office/drawing/2014/main" id="{50EF5ABE-C660-5664-9864-F2FA3351B3F8}"/>
                  </a:ext>
                </a:extLst>
              </p:cNvPr>
              <p:cNvCxnSpPr>
                <a:cxnSpLocks/>
              </p:cNvCxnSpPr>
              <p:nvPr/>
            </p:nvCxnSpPr>
            <p:spPr>
              <a:xfrm>
                <a:off x="1784653" y="2684177"/>
                <a:ext cx="1006616" cy="0"/>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F911F2D5-2F8D-0B9A-47C3-9FC3B1854FA7}"/>
                  </a:ext>
                </a:extLst>
              </p:cNvPr>
              <p:cNvCxnSpPr>
                <a:cxnSpLocks/>
              </p:cNvCxnSpPr>
              <p:nvPr/>
            </p:nvCxnSpPr>
            <p:spPr>
              <a:xfrm>
                <a:off x="4472822" y="2637640"/>
                <a:ext cx="1006616" cy="0"/>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9DCA5954-4369-A0F2-493C-316E38FEFD7C}"/>
                  </a:ext>
                </a:extLst>
              </p:cNvPr>
              <p:cNvCxnSpPr>
                <a:cxnSpLocks/>
              </p:cNvCxnSpPr>
              <p:nvPr/>
            </p:nvCxnSpPr>
            <p:spPr>
              <a:xfrm>
                <a:off x="4472822" y="3302293"/>
                <a:ext cx="1006616" cy="0"/>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72542F7D-3C30-51EA-8034-0ED0674D150D}"/>
                  </a:ext>
                </a:extLst>
              </p:cNvPr>
              <p:cNvCxnSpPr>
                <a:cxnSpLocks/>
              </p:cNvCxnSpPr>
              <p:nvPr/>
            </p:nvCxnSpPr>
            <p:spPr>
              <a:xfrm>
                <a:off x="4447413" y="4707711"/>
                <a:ext cx="1006616" cy="0"/>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E3ACC261-D430-2A5C-51B9-06BDD6594B3D}"/>
                  </a:ext>
                </a:extLst>
              </p:cNvPr>
              <p:cNvCxnSpPr>
                <a:cxnSpLocks/>
              </p:cNvCxnSpPr>
              <p:nvPr/>
            </p:nvCxnSpPr>
            <p:spPr>
              <a:xfrm>
                <a:off x="1784653" y="3338469"/>
                <a:ext cx="1006616" cy="0"/>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0D6C7626-BDEA-F2CD-3492-99CF675E505A}"/>
                  </a:ext>
                </a:extLst>
              </p:cNvPr>
              <p:cNvCxnSpPr>
                <a:cxnSpLocks/>
              </p:cNvCxnSpPr>
              <p:nvPr/>
            </p:nvCxnSpPr>
            <p:spPr>
              <a:xfrm>
                <a:off x="4472822" y="3970591"/>
                <a:ext cx="1006616" cy="0"/>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68" name="Group 67">
                <a:extLst>
                  <a:ext uri="{FF2B5EF4-FFF2-40B4-BE49-F238E27FC236}">
                    <a16:creationId xmlns:a16="http://schemas.microsoft.com/office/drawing/2014/main" id="{DC415EC1-6D0A-E9C5-4A86-09AAC946B9D2}"/>
                  </a:ext>
                </a:extLst>
              </p:cNvPr>
              <p:cNvGrpSpPr/>
              <p:nvPr/>
            </p:nvGrpSpPr>
            <p:grpSpPr>
              <a:xfrm>
                <a:off x="7512665" y="2392519"/>
                <a:ext cx="1006616" cy="2654545"/>
                <a:chOff x="7336361" y="2354251"/>
                <a:chExt cx="1006616" cy="2654545"/>
              </a:xfrm>
            </p:grpSpPr>
            <p:cxnSp>
              <p:nvCxnSpPr>
                <p:cNvPr id="56" name="Straight Arrow Connector 55">
                  <a:extLst>
                    <a:ext uri="{FF2B5EF4-FFF2-40B4-BE49-F238E27FC236}">
                      <a16:creationId xmlns:a16="http://schemas.microsoft.com/office/drawing/2014/main" id="{43DA9038-D4CD-A8DB-057D-AD90C0142300}"/>
                    </a:ext>
                  </a:extLst>
                </p:cNvPr>
                <p:cNvCxnSpPr>
                  <a:cxnSpLocks/>
                </p:cNvCxnSpPr>
                <p:nvPr/>
              </p:nvCxnSpPr>
              <p:spPr>
                <a:xfrm>
                  <a:off x="7336361" y="2354251"/>
                  <a:ext cx="1006616" cy="0"/>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A65FAE0A-2B14-C648-0162-7CD6FBB1413A}"/>
                    </a:ext>
                  </a:extLst>
                </p:cNvPr>
                <p:cNvCxnSpPr>
                  <a:cxnSpLocks/>
                </p:cNvCxnSpPr>
                <p:nvPr/>
              </p:nvCxnSpPr>
              <p:spPr>
                <a:xfrm>
                  <a:off x="7336361" y="3016736"/>
                  <a:ext cx="1006616" cy="0"/>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478E40F7-3650-29D0-43B9-B4AE37AE63AC}"/>
                    </a:ext>
                  </a:extLst>
                </p:cNvPr>
                <p:cNvCxnSpPr>
                  <a:cxnSpLocks/>
                </p:cNvCxnSpPr>
                <p:nvPr/>
              </p:nvCxnSpPr>
              <p:spPr>
                <a:xfrm>
                  <a:off x="7336361" y="3712410"/>
                  <a:ext cx="1006616" cy="0"/>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A217CFC9-4852-73C6-925C-CFE85F5D4408}"/>
                    </a:ext>
                  </a:extLst>
                </p:cNvPr>
                <p:cNvCxnSpPr>
                  <a:cxnSpLocks/>
                </p:cNvCxnSpPr>
                <p:nvPr/>
              </p:nvCxnSpPr>
              <p:spPr>
                <a:xfrm>
                  <a:off x="7336361" y="4304267"/>
                  <a:ext cx="1006616" cy="0"/>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D1A894D7-856D-51CD-5C2B-A8B02D5D3A08}"/>
                    </a:ext>
                  </a:extLst>
                </p:cNvPr>
                <p:cNvCxnSpPr>
                  <a:cxnSpLocks/>
                </p:cNvCxnSpPr>
                <p:nvPr/>
              </p:nvCxnSpPr>
              <p:spPr>
                <a:xfrm>
                  <a:off x="7336361" y="5008796"/>
                  <a:ext cx="1006616" cy="0"/>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grpSp>
          <p:cxnSp>
            <p:nvCxnSpPr>
              <p:cNvPr id="66" name="Straight Arrow Connector 65">
                <a:extLst>
                  <a:ext uri="{FF2B5EF4-FFF2-40B4-BE49-F238E27FC236}">
                    <a16:creationId xmlns:a16="http://schemas.microsoft.com/office/drawing/2014/main" id="{124F1C65-CFEA-6805-3B4B-117781CB9AF9}"/>
                  </a:ext>
                </a:extLst>
              </p:cNvPr>
              <p:cNvCxnSpPr>
                <a:cxnSpLocks/>
              </p:cNvCxnSpPr>
              <p:nvPr/>
            </p:nvCxnSpPr>
            <p:spPr>
              <a:xfrm>
                <a:off x="1784653" y="3970591"/>
                <a:ext cx="1006616" cy="0"/>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5872736D-F545-4420-E524-DBC79DF7C95B}"/>
                  </a:ext>
                </a:extLst>
              </p:cNvPr>
              <p:cNvCxnSpPr>
                <a:cxnSpLocks/>
              </p:cNvCxnSpPr>
              <p:nvPr/>
            </p:nvCxnSpPr>
            <p:spPr>
              <a:xfrm>
                <a:off x="1784653" y="4616173"/>
                <a:ext cx="1006616" cy="0"/>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70" name="Cloud 69">
              <a:extLst>
                <a:ext uri="{FF2B5EF4-FFF2-40B4-BE49-F238E27FC236}">
                  <a16:creationId xmlns:a16="http://schemas.microsoft.com/office/drawing/2014/main" id="{A1AA4F5D-427D-8D09-3B47-2FA63AF00440}"/>
                </a:ext>
              </a:extLst>
            </p:cNvPr>
            <p:cNvSpPr/>
            <p:nvPr/>
          </p:nvSpPr>
          <p:spPr>
            <a:xfrm>
              <a:off x="8570081" y="620808"/>
              <a:ext cx="2379134" cy="1213717"/>
            </a:xfrm>
            <a:prstGeom prst="cloud">
              <a:avLst/>
            </a:prstGeom>
            <a:solidFill>
              <a:schemeClr val="bg1"/>
            </a:solidFill>
            <a:ln w="2857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2" name="Group 81">
              <a:extLst>
                <a:ext uri="{FF2B5EF4-FFF2-40B4-BE49-F238E27FC236}">
                  <a16:creationId xmlns:a16="http://schemas.microsoft.com/office/drawing/2014/main" id="{A9C4F0E9-80C3-44FE-DBF9-5A0181656480}"/>
                </a:ext>
              </a:extLst>
            </p:cNvPr>
            <p:cNvGrpSpPr/>
            <p:nvPr/>
          </p:nvGrpSpPr>
          <p:grpSpPr>
            <a:xfrm>
              <a:off x="6556969" y="1227667"/>
              <a:ext cx="2013112" cy="756168"/>
              <a:chOff x="6556969" y="1227667"/>
              <a:chExt cx="2013112" cy="756168"/>
            </a:xfrm>
          </p:grpSpPr>
          <p:cxnSp>
            <p:nvCxnSpPr>
              <p:cNvPr id="79" name="Straight Connector 78">
                <a:extLst>
                  <a:ext uri="{FF2B5EF4-FFF2-40B4-BE49-F238E27FC236}">
                    <a16:creationId xmlns:a16="http://schemas.microsoft.com/office/drawing/2014/main" id="{49A61CE0-F27B-51D4-3DE4-0D46B6FB588F}"/>
                  </a:ext>
                </a:extLst>
              </p:cNvPr>
              <p:cNvCxnSpPr>
                <a:cxnSpLocks/>
                <a:stCxn id="2" idx="0"/>
              </p:cNvCxnSpPr>
              <p:nvPr/>
            </p:nvCxnSpPr>
            <p:spPr>
              <a:xfrm flipH="1" flipV="1">
                <a:off x="6556969" y="1227667"/>
                <a:ext cx="2" cy="7561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3A8C2A2C-61B9-99E3-EFB0-ECC2AB9914F4}"/>
                  </a:ext>
                </a:extLst>
              </p:cNvPr>
              <p:cNvCxnSpPr/>
              <p:nvPr/>
            </p:nvCxnSpPr>
            <p:spPr>
              <a:xfrm>
                <a:off x="6556969" y="1227667"/>
                <a:ext cx="201311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3" name="TextBox 82">
              <a:extLst>
                <a:ext uri="{FF2B5EF4-FFF2-40B4-BE49-F238E27FC236}">
                  <a16:creationId xmlns:a16="http://schemas.microsoft.com/office/drawing/2014/main" id="{BE525F36-563E-B233-4E97-DC6897C3C03D}"/>
                </a:ext>
              </a:extLst>
            </p:cNvPr>
            <p:cNvSpPr txBox="1"/>
            <p:nvPr/>
          </p:nvSpPr>
          <p:spPr>
            <a:xfrm>
              <a:off x="9236991" y="1016906"/>
              <a:ext cx="1346200" cy="369332"/>
            </a:xfrm>
            <a:prstGeom prst="rect">
              <a:avLst/>
            </a:prstGeom>
            <a:noFill/>
          </p:spPr>
          <p:txBody>
            <a:bodyPr wrap="square" rtlCol="0">
              <a:spAutoFit/>
            </a:bodyPr>
            <a:lstStyle/>
            <a:p>
              <a:r>
                <a:rPr lang="en-US" dirty="0"/>
                <a:t>Cloud</a:t>
              </a:r>
            </a:p>
          </p:txBody>
        </p:sp>
      </p:grpSp>
      <p:sp>
        <p:nvSpPr>
          <p:cNvPr id="86" name="TextBox 85">
            <a:extLst>
              <a:ext uri="{FF2B5EF4-FFF2-40B4-BE49-F238E27FC236}">
                <a16:creationId xmlns:a16="http://schemas.microsoft.com/office/drawing/2014/main" id="{C816CF4E-254C-4C62-F04B-DF5EE18EC83B}"/>
              </a:ext>
            </a:extLst>
          </p:cNvPr>
          <p:cNvSpPr txBox="1"/>
          <p:nvPr/>
        </p:nvSpPr>
        <p:spPr>
          <a:xfrm>
            <a:off x="207431" y="430877"/>
            <a:ext cx="10528300" cy="923330"/>
          </a:xfrm>
          <a:prstGeom prst="rect">
            <a:avLst/>
          </a:prstGeom>
          <a:noFill/>
        </p:spPr>
        <p:txBody>
          <a:bodyPr wrap="square" rtlCol="0">
            <a:spAutoFit/>
          </a:bodyPr>
          <a:lstStyle/>
          <a:p>
            <a:pPr algn="ctr"/>
            <a:r>
              <a:rPr lang="en-US" sz="5400" b="1" dirty="0">
                <a:latin typeface="Times  new roman"/>
              </a:rPr>
              <a:t>BLOCK DIAGRAM</a:t>
            </a:r>
          </a:p>
        </p:txBody>
      </p:sp>
      <p:sp>
        <p:nvSpPr>
          <p:cNvPr id="88" name="Rectangle 87">
            <a:extLst>
              <a:ext uri="{FF2B5EF4-FFF2-40B4-BE49-F238E27FC236}">
                <a16:creationId xmlns:a16="http://schemas.microsoft.com/office/drawing/2014/main" id="{DF799AE4-A81C-A3FB-0867-C1928D4E7DF0}"/>
              </a:ext>
            </a:extLst>
          </p:cNvPr>
          <p:cNvSpPr/>
          <p:nvPr/>
        </p:nvSpPr>
        <p:spPr>
          <a:xfrm>
            <a:off x="448733" y="285750"/>
            <a:ext cx="11356976" cy="6207125"/>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9725522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CB8A5-736D-C622-98EB-084B5E7206C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75F6041-00D8-9884-E5E5-2A6BF8FACC40}"/>
              </a:ext>
            </a:extLst>
          </p:cNvPr>
          <p:cNvSpPr/>
          <p:nvPr/>
        </p:nvSpPr>
        <p:spPr>
          <a:xfrm>
            <a:off x="457201" y="342900"/>
            <a:ext cx="11277598" cy="6191250"/>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a:extLst>
              <a:ext uri="{FF2B5EF4-FFF2-40B4-BE49-F238E27FC236}">
                <a16:creationId xmlns:a16="http://schemas.microsoft.com/office/drawing/2014/main" id="{8A8034FD-6D86-613A-BD32-0CD55784A8A0}"/>
              </a:ext>
            </a:extLst>
          </p:cNvPr>
          <p:cNvSpPr>
            <a:spLocks noGrp="1"/>
          </p:cNvSpPr>
          <p:nvPr>
            <p:ph type="title"/>
          </p:nvPr>
        </p:nvSpPr>
        <p:spPr>
          <a:xfrm>
            <a:off x="457201" y="450851"/>
            <a:ext cx="10515600" cy="1016000"/>
          </a:xfrm>
        </p:spPr>
        <p:txBody>
          <a:bodyPr>
            <a:normAutofit/>
          </a:bodyPr>
          <a:lstStyle/>
          <a:p>
            <a:pPr marL="0" indent="0" algn="ctr"/>
            <a:r>
              <a:rPr lang="en-IN" sz="5400" b="1" dirty="0">
                <a:latin typeface="Times  new roman"/>
              </a:rPr>
              <a:t>SCHEMATIC DIAGRAM</a:t>
            </a:r>
            <a:endParaRPr lang="en-US" sz="5400" dirty="0"/>
          </a:p>
        </p:txBody>
      </p:sp>
      <p:pic>
        <p:nvPicPr>
          <p:cNvPr id="7" name="Content Placeholder 7">
            <a:extLst>
              <a:ext uri="{FF2B5EF4-FFF2-40B4-BE49-F238E27FC236}">
                <a16:creationId xmlns:a16="http://schemas.microsoft.com/office/drawing/2014/main" id="{18C49523-C5F0-EED6-4025-585AD88687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740" y="1466849"/>
            <a:ext cx="10714520" cy="4733925"/>
          </a:xfrm>
          <a:prstGeom prst="rect">
            <a:avLst/>
          </a:prstGeom>
        </p:spPr>
      </p:pic>
      <p:sp>
        <p:nvSpPr>
          <p:cNvPr id="2" name="TextBox 1">
            <a:extLst>
              <a:ext uri="{FF2B5EF4-FFF2-40B4-BE49-F238E27FC236}">
                <a16:creationId xmlns:a16="http://schemas.microsoft.com/office/drawing/2014/main" id="{8E720B5C-E54F-FEF7-8507-AD434CCB7A15}"/>
              </a:ext>
            </a:extLst>
          </p:cNvPr>
          <p:cNvSpPr txBox="1"/>
          <p:nvPr/>
        </p:nvSpPr>
        <p:spPr>
          <a:xfrm>
            <a:off x="738740" y="6145768"/>
            <a:ext cx="1134533" cy="369332"/>
          </a:xfrm>
          <a:prstGeom prst="rect">
            <a:avLst/>
          </a:prstGeom>
          <a:noFill/>
        </p:spPr>
        <p:txBody>
          <a:bodyPr wrap="square" rtlCol="0">
            <a:spAutoFit/>
          </a:bodyPr>
          <a:lstStyle/>
          <a:p>
            <a:r>
              <a:rPr lang="en-US" dirty="0"/>
              <a:t>Fig.1</a:t>
            </a:r>
          </a:p>
        </p:txBody>
      </p:sp>
    </p:spTree>
    <p:extLst>
      <p:ext uri="{BB962C8B-B14F-4D97-AF65-F5344CB8AC3E}">
        <p14:creationId xmlns:p14="http://schemas.microsoft.com/office/powerpoint/2010/main" val="6667431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158B3-7BCD-4B9B-947F-BD8D5EE224E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E161A39-8834-6AD8-E55E-EA40C5E27755}"/>
              </a:ext>
            </a:extLst>
          </p:cNvPr>
          <p:cNvSpPr/>
          <p:nvPr/>
        </p:nvSpPr>
        <p:spPr>
          <a:xfrm>
            <a:off x="448733" y="285750"/>
            <a:ext cx="11356976" cy="6207125"/>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F46AF5B4-DD94-0F1E-A121-1C746FAA48B7}"/>
              </a:ext>
            </a:extLst>
          </p:cNvPr>
          <p:cNvSpPr txBox="1">
            <a:spLocks/>
          </p:cNvSpPr>
          <p:nvPr/>
        </p:nvSpPr>
        <p:spPr>
          <a:xfrm>
            <a:off x="299485" y="1146603"/>
            <a:ext cx="11153775" cy="32024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sz="5400" b="1" dirty="0">
                <a:latin typeface="Times New Roman" panose="02020603050405020304" pitchFamily="18" charset="0"/>
                <a:cs typeface="Times New Roman" pitchFamily="18" charset="0"/>
              </a:rPr>
              <a:t>RESULTS</a:t>
            </a:r>
            <a:br>
              <a:rPr lang="en-US" sz="5400" b="1" dirty="0">
                <a:latin typeface="Times New Roman" panose="02020603050405020304" pitchFamily="18" charset="0"/>
                <a:cs typeface="Times New Roman" pitchFamily="18" charset="0"/>
              </a:rPr>
            </a:br>
            <a:endParaRPr lang="en-IN" sz="5400" b="1" dirty="0"/>
          </a:p>
        </p:txBody>
      </p:sp>
      <p:pic>
        <p:nvPicPr>
          <p:cNvPr id="9" name="Picture 8">
            <a:extLst>
              <a:ext uri="{FF2B5EF4-FFF2-40B4-BE49-F238E27FC236}">
                <a16:creationId xmlns:a16="http://schemas.microsoft.com/office/drawing/2014/main" id="{2B3ABE42-6449-4332-C8D7-D032D3E6A3D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3732" y="1466848"/>
            <a:ext cx="4806928" cy="4315886"/>
          </a:xfrm>
          <a:prstGeom prst="rect">
            <a:avLst/>
          </a:prstGeom>
          <a:effectLst>
            <a:innerShdw blurRad="114300">
              <a:prstClr val="black"/>
            </a:innerShdw>
          </a:effectLst>
        </p:spPr>
      </p:pic>
      <p:pic>
        <p:nvPicPr>
          <p:cNvPr id="13" name="Picture 12">
            <a:extLst>
              <a:ext uri="{FF2B5EF4-FFF2-40B4-BE49-F238E27FC236}">
                <a16:creationId xmlns:a16="http://schemas.microsoft.com/office/drawing/2014/main" id="{22A7BE80-B79A-66CE-89DB-3B6E402319CE}"/>
              </a:ext>
            </a:extLst>
          </p:cNvPr>
          <p:cNvPicPr>
            <a:picLocks noChangeAspect="1"/>
          </p:cNvPicPr>
          <p:nvPr/>
        </p:nvPicPr>
        <p:blipFill>
          <a:blip r:embed="rId3"/>
          <a:stretch>
            <a:fillRect/>
          </a:stretch>
        </p:blipFill>
        <p:spPr>
          <a:xfrm>
            <a:off x="5667202" y="1466848"/>
            <a:ext cx="2769757" cy="4315886"/>
          </a:xfrm>
          <a:prstGeom prst="rect">
            <a:avLst/>
          </a:prstGeom>
          <a:effectLst/>
        </p:spPr>
      </p:pic>
      <p:pic>
        <p:nvPicPr>
          <p:cNvPr id="16" name="Picture 15">
            <a:extLst>
              <a:ext uri="{FF2B5EF4-FFF2-40B4-BE49-F238E27FC236}">
                <a16:creationId xmlns:a16="http://schemas.microsoft.com/office/drawing/2014/main" id="{D139657E-A65A-9760-2D57-05EEA338492F}"/>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86207" y="1306725"/>
            <a:ext cx="2992061" cy="2122275"/>
          </a:xfrm>
          <a:prstGeom prst="rect">
            <a:avLst/>
          </a:prstGeom>
          <a:noFill/>
          <a:ln>
            <a:noFill/>
          </a:ln>
        </p:spPr>
      </p:pic>
      <p:pic>
        <p:nvPicPr>
          <p:cNvPr id="17" name="Picture 16">
            <a:extLst>
              <a:ext uri="{FF2B5EF4-FFF2-40B4-BE49-F238E27FC236}">
                <a16:creationId xmlns:a16="http://schemas.microsoft.com/office/drawing/2014/main" id="{8553AC20-0B03-B667-5B1C-BC5BB56C3EBE}"/>
              </a:ext>
            </a:extLst>
          </p:cNvPr>
          <p:cNvPicPr>
            <a:picLocks noChangeAspect="1"/>
          </p:cNvPicPr>
          <p:nvPr/>
        </p:nvPicPr>
        <p:blipFill>
          <a:blip r:embed="rId5"/>
          <a:stretch>
            <a:fillRect/>
          </a:stretch>
        </p:blipFill>
        <p:spPr>
          <a:xfrm>
            <a:off x="8808511" y="3429000"/>
            <a:ext cx="2769757" cy="2353734"/>
          </a:xfrm>
          <a:prstGeom prst="rect">
            <a:avLst/>
          </a:prstGeom>
        </p:spPr>
      </p:pic>
      <p:sp>
        <p:nvSpPr>
          <p:cNvPr id="18" name="TextBox 17">
            <a:extLst>
              <a:ext uri="{FF2B5EF4-FFF2-40B4-BE49-F238E27FC236}">
                <a16:creationId xmlns:a16="http://schemas.microsoft.com/office/drawing/2014/main" id="{6F0572A1-2150-8DED-EB02-341B0D1CB467}"/>
              </a:ext>
            </a:extLst>
          </p:cNvPr>
          <p:cNvSpPr txBox="1"/>
          <p:nvPr/>
        </p:nvSpPr>
        <p:spPr>
          <a:xfrm>
            <a:off x="613732" y="5814639"/>
            <a:ext cx="4806928" cy="646331"/>
          </a:xfrm>
          <a:prstGeom prst="rect">
            <a:avLst/>
          </a:prstGeom>
          <a:noFill/>
        </p:spPr>
        <p:txBody>
          <a:bodyPr wrap="square" rtlCol="0">
            <a:spAutoFit/>
          </a:bodyPr>
          <a:lstStyle/>
          <a:p>
            <a:pPr algn="ctr"/>
            <a:r>
              <a:rPr lang="en-US" dirty="0"/>
              <a:t>Fig.2  </a:t>
            </a:r>
          </a:p>
          <a:p>
            <a:pPr algn="ctr"/>
            <a:r>
              <a:rPr lang="en-US" dirty="0"/>
              <a:t>Hardware Implementation</a:t>
            </a:r>
          </a:p>
        </p:txBody>
      </p:sp>
      <p:sp>
        <p:nvSpPr>
          <p:cNvPr id="19" name="TextBox 18">
            <a:extLst>
              <a:ext uri="{FF2B5EF4-FFF2-40B4-BE49-F238E27FC236}">
                <a16:creationId xmlns:a16="http://schemas.microsoft.com/office/drawing/2014/main" id="{C3A124BE-6FE0-F306-29F9-36C85960F390}"/>
              </a:ext>
            </a:extLst>
          </p:cNvPr>
          <p:cNvSpPr txBox="1"/>
          <p:nvPr/>
        </p:nvSpPr>
        <p:spPr>
          <a:xfrm>
            <a:off x="8625303" y="5711397"/>
            <a:ext cx="2992061" cy="646331"/>
          </a:xfrm>
          <a:prstGeom prst="rect">
            <a:avLst/>
          </a:prstGeom>
          <a:noFill/>
        </p:spPr>
        <p:txBody>
          <a:bodyPr wrap="square" rtlCol="0">
            <a:spAutoFit/>
          </a:bodyPr>
          <a:lstStyle/>
          <a:p>
            <a:pPr algn="ctr"/>
            <a:r>
              <a:rPr lang="en-US" dirty="0"/>
              <a:t>Fig.4</a:t>
            </a:r>
          </a:p>
          <a:p>
            <a:pPr algn="ctr"/>
            <a:r>
              <a:rPr lang="en-US" dirty="0"/>
              <a:t> Analysis using cloud</a:t>
            </a:r>
          </a:p>
        </p:txBody>
      </p:sp>
      <p:sp>
        <p:nvSpPr>
          <p:cNvPr id="20" name="TextBox 19">
            <a:extLst>
              <a:ext uri="{FF2B5EF4-FFF2-40B4-BE49-F238E27FC236}">
                <a16:creationId xmlns:a16="http://schemas.microsoft.com/office/drawing/2014/main" id="{066AC7A5-92EF-9013-B6FF-D58188853974}"/>
              </a:ext>
            </a:extLst>
          </p:cNvPr>
          <p:cNvSpPr txBox="1"/>
          <p:nvPr/>
        </p:nvSpPr>
        <p:spPr>
          <a:xfrm>
            <a:off x="5636809" y="5779813"/>
            <a:ext cx="2800150" cy="646331"/>
          </a:xfrm>
          <a:prstGeom prst="rect">
            <a:avLst/>
          </a:prstGeom>
          <a:noFill/>
        </p:spPr>
        <p:txBody>
          <a:bodyPr wrap="square" rtlCol="0">
            <a:spAutoFit/>
          </a:bodyPr>
          <a:lstStyle/>
          <a:p>
            <a:pPr algn="ctr"/>
            <a:r>
              <a:rPr lang="en-US" dirty="0"/>
              <a:t>Fig.3 </a:t>
            </a:r>
          </a:p>
          <a:p>
            <a:pPr algn="ctr"/>
            <a:r>
              <a:rPr lang="en-US" dirty="0"/>
              <a:t>GSM alerts</a:t>
            </a:r>
          </a:p>
        </p:txBody>
      </p:sp>
    </p:spTree>
    <p:extLst>
      <p:ext uri="{BB962C8B-B14F-4D97-AF65-F5344CB8AC3E}">
        <p14:creationId xmlns:p14="http://schemas.microsoft.com/office/powerpoint/2010/main" val="25356588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C3229-C542-8D48-F495-FADA1AF4A5A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CB20F24-9DA9-2589-FAE2-81CB7169FC7B}"/>
              </a:ext>
            </a:extLst>
          </p:cNvPr>
          <p:cNvSpPr/>
          <p:nvPr/>
        </p:nvSpPr>
        <p:spPr>
          <a:xfrm>
            <a:off x="474133" y="440267"/>
            <a:ext cx="11176000" cy="5960534"/>
          </a:xfrm>
          <a:prstGeom prst="rect">
            <a:avLst/>
          </a:prstGeom>
          <a:noFill/>
          <a:ln w="38100">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C5017AA7-7CBA-C5D6-0718-53DDEFDD1B2D}"/>
              </a:ext>
            </a:extLst>
          </p:cNvPr>
          <p:cNvSpPr txBox="1">
            <a:spLocks/>
          </p:cNvSpPr>
          <p:nvPr/>
        </p:nvSpPr>
        <p:spPr>
          <a:xfrm>
            <a:off x="643903" y="652559"/>
            <a:ext cx="10904194" cy="997815"/>
          </a:xfrm>
          <a:prstGeom prst="rect">
            <a:avLst/>
          </a:prstGeom>
        </p:spPr>
        <p:txBody>
          <a:bodyPr vert="horz" lIns="91440" tIns="45720" rIns="91440" bIns="45720" rtlCol="0" anchor="b">
            <a:normAutofit fontScale="3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6600" b="1" dirty="0">
                <a:latin typeface="Times New Roman" panose="02020603050405020304" pitchFamily="18" charset="0"/>
                <a:cs typeface="Times New Roman" pitchFamily="18" charset="0"/>
              </a:rPr>
              <a:t>FUTURE SCOPE</a:t>
            </a:r>
            <a:br>
              <a:rPr lang="en-IN" sz="3200" dirty="0">
                <a:latin typeface="Times New Roman" panose="02020603050405020304" pitchFamily="18" charset="0"/>
                <a:cs typeface="Times New Roman" pitchFamily="18" charset="0"/>
              </a:rPr>
            </a:br>
            <a:endParaRPr lang="en-IN" dirty="0"/>
          </a:p>
        </p:txBody>
      </p:sp>
      <p:sp>
        <p:nvSpPr>
          <p:cNvPr id="9" name="Rectangle 1">
            <a:extLst>
              <a:ext uri="{FF2B5EF4-FFF2-40B4-BE49-F238E27FC236}">
                <a16:creationId xmlns:a16="http://schemas.microsoft.com/office/drawing/2014/main" id="{19C7D962-0FBA-0774-6422-EB31DD2FD71E}"/>
              </a:ext>
            </a:extLst>
          </p:cNvPr>
          <p:cNvSpPr>
            <a:spLocks noChangeArrowheads="1"/>
          </p:cNvSpPr>
          <p:nvPr/>
        </p:nvSpPr>
        <p:spPr bwMode="auto">
          <a:xfrm>
            <a:off x="752004" y="1452421"/>
            <a:ext cx="10687992"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1600" dirty="0">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AI-Based Battery Health Prediction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Implement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predict battery failures before they occur.</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SoC &amp;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SoH</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Estimation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algorithms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even more accurate battery life calculations.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5G &amp; IoT Integration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Enable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faster, real-time remote monitoring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control via next-gen connectivity.</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Vehicle Applications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Adapt for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electric vehicles (EVs)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enhance battery safety and longevity.</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Industrial &amp; Grid Applications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Scale up for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grids, factories, and large-scale energy storage solutions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624830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6B1C9-1A17-5ACC-D739-A4D064A8A207}"/>
              </a:ext>
            </a:extLst>
          </p:cNvPr>
          <p:cNvSpPr>
            <a:spLocks noGrp="1"/>
          </p:cNvSpPr>
          <p:nvPr>
            <p:ph type="ctrTitle"/>
          </p:nvPr>
        </p:nvSpPr>
        <p:spPr>
          <a:xfrm>
            <a:off x="965200" y="1122363"/>
            <a:ext cx="9846732" cy="943504"/>
          </a:xfrm>
        </p:spPr>
        <p:txBody>
          <a:bodyPr>
            <a:normAutofit/>
          </a:bodyPr>
          <a:lstStyle/>
          <a:p>
            <a:r>
              <a:rPr lang="en-US" sz="5400" b="1" dirty="0">
                <a:latin typeface="Times New Roman" panose="02020603050405020304" pitchFamily="18" charset="0"/>
                <a:cs typeface="Times New Roman" panose="02020603050405020304" pitchFamily="18" charset="0"/>
              </a:rPr>
              <a:t>CONCLUSION</a:t>
            </a:r>
            <a:endParaRPr lang="en-US" sz="5400" dirty="0"/>
          </a:p>
        </p:txBody>
      </p:sp>
      <p:sp>
        <p:nvSpPr>
          <p:cNvPr id="3" name="Subtitle 2">
            <a:extLst>
              <a:ext uri="{FF2B5EF4-FFF2-40B4-BE49-F238E27FC236}">
                <a16:creationId xmlns:a16="http://schemas.microsoft.com/office/drawing/2014/main" id="{ECAC9895-6807-F06E-4005-2E0B66B5D7D5}"/>
              </a:ext>
            </a:extLst>
          </p:cNvPr>
          <p:cNvSpPr>
            <a:spLocks noGrp="1"/>
          </p:cNvSpPr>
          <p:nvPr>
            <p:ph type="subTitle" idx="1"/>
          </p:nvPr>
        </p:nvSpPr>
        <p:spPr>
          <a:xfrm>
            <a:off x="965200" y="2065867"/>
            <a:ext cx="9846733" cy="4250266"/>
          </a:xfrm>
        </p:spPr>
        <p:txBody>
          <a:bodyPr>
            <a:normAutofit/>
          </a:bodyPr>
          <a:lstStyle/>
          <a:p>
            <a:endParaRPr lang="en-US" b="1" dirty="0">
              <a:latin typeface="Times New Roman" panose="02020603050405020304" pitchFamily="18" charset="0"/>
              <a:cs typeface="Times New Roman" panose="02020603050405020304" pitchFamily="18" charset="0"/>
            </a:endParaRPr>
          </a:p>
          <a:p>
            <a:pPr>
              <a:lnSpc>
                <a:spcPct val="150000"/>
              </a:lnSpc>
            </a:pPr>
            <a:r>
              <a:rPr lang="en-US" sz="2800"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project successfully developed a smart battery management system that improves efficiency, safety, and lifespan. With real-time monitoring, automated protection, and cloud integration, it provides a reliable solution for battery management. Future enhancements include AI-based battery health prediction, 5G integration, and expansion to EV and industrial applications.</a:t>
            </a:r>
          </a:p>
          <a:p>
            <a:endParaRPr lang="en-IN" dirty="0"/>
          </a:p>
          <a:p>
            <a:endParaRPr lang="en-US" dirty="0"/>
          </a:p>
        </p:txBody>
      </p:sp>
      <p:sp>
        <p:nvSpPr>
          <p:cNvPr id="4" name="Rectangle 3">
            <a:extLst>
              <a:ext uri="{FF2B5EF4-FFF2-40B4-BE49-F238E27FC236}">
                <a16:creationId xmlns:a16="http://schemas.microsoft.com/office/drawing/2014/main" id="{2AFBBBFE-8697-DE0D-8D5A-6D75CA45860A}"/>
              </a:ext>
            </a:extLst>
          </p:cNvPr>
          <p:cNvSpPr/>
          <p:nvPr/>
        </p:nvSpPr>
        <p:spPr>
          <a:xfrm>
            <a:off x="491067" y="541866"/>
            <a:ext cx="11184465" cy="5774267"/>
          </a:xfrm>
          <a:prstGeom prst="rect">
            <a:avLst/>
          </a:prstGeom>
          <a:noFill/>
          <a:ln w="381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88068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5F525-BE7D-4178-16F2-45CFE17423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8F24C8-318A-89A6-BD79-CC3537DA9F06}"/>
              </a:ext>
            </a:extLst>
          </p:cNvPr>
          <p:cNvSpPr>
            <a:spLocks noGrp="1"/>
          </p:cNvSpPr>
          <p:nvPr>
            <p:ph type="title"/>
          </p:nvPr>
        </p:nvSpPr>
        <p:spPr>
          <a:xfrm>
            <a:off x="-220133" y="2726266"/>
            <a:ext cx="12759265" cy="2819401"/>
          </a:xfrm>
        </p:spPr>
        <p:txBody>
          <a:bodyPr>
            <a:normAutofit fontScale="90000"/>
          </a:bodyPr>
          <a:lstStyle/>
          <a:p>
            <a:pPr algn="ctr"/>
            <a:r>
              <a:rPr lang="ja-JP" altLang="en-US" sz="7200" b="1" dirty="0">
                <a:latin typeface="FZShuTi" panose="02010601030101010101" pitchFamily="2" charset="-122"/>
                <a:ea typeface="FZShuTi" panose="02010601030101010101" pitchFamily="2" charset="-122"/>
              </a:rPr>
              <a:t>ありがとうございます</a:t>
            </a:r>
            <a:br>
              <a:rPr lang="en-US" altLang="ja-JP" sz="7200" b="1" dirty="0">
                <a:latin typeface="FZShuTi" panose="02010601030101010101" pitchFamily="2" charset="-122"/>
                <a:ea typeface="FZShuTi" panose="02010601030101010101" pitchFamily="2" charset="-122"/>
              </a:rPr>
            </a:br>
            <a:br>
              <a:rPr lang="en-US" altLang="ja-JP" sz="7200" b="1" dirty="0">
                <a:latin typeface="FZShuTi" panose="02010601030101010101" pitchFamily="2" charset="-122"/>
                <a:ea typeface="FZShuTi" panose="02010601030101010101" pitchFamily="2" charset="-122"/>
              </a:rPr>
            </a:br>
            <a:endParaRPr lang="en-US" sz="7200" b="1" dirty="0">
              <a:latin typeface="FZShuTi" panose="02010601030101010101" pitchFamily="2" charset="-122"/>
              <a:ea typeface="FZShuTi" panose="02010601030101010101" pitchFamily="2" charset="-122"/>
            </a:endParaRPr>
          </a:p>
        </p:txBody>
      </p:sp>
      <p:sp>
        <p:nvSpPr>
          <p:cNvPr id="3" name="Rectangle 2">
            <a:extLst>
              <a:ext uri="{FF2B5EF4-FFF2-40B4-BE49-F238E27FC236}">
                <a16:creationId xmlns:a16="http://schemas.microsoft.com/office/drawing/2014/main" id="{E14F95C7-6D3B-BA08-5523-37744BF57C8F}"/>
              </a:ext>
            </a:extLst>
          </p:cNvPr>
          <p:cNvSpPr/>
          <p:nvPr/>
        </p:nvSpPr>
        <p:spPr>
          <a:xfrm>
            <a:off x="618067" y="567267"/>
            <a:ext cx="10955866" cy="5774266"/>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305351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614</TotalTime>
  <Words>512</Words>
  <Application>Microsoft Office PowerPoint</Application>
  <PresentationFormat>Widescreen</PresentationFormat>
  <Paragraphs>69</Paragraphs>
  <Slides>10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FZShuTi</vt:lpstr>
      <vt:lpstr>Microsoft YaHei UI Light</vt:lpstr>
      <vt:lpstr>Arial</vt:lpstr>
      <vt:lpstr>Calibri</vt:lpstr>
      <vt:lpstr>Calibri Light</vt:lpstr>
      <vt:lpstr>Cambria Math</vt:lpstr>
      <vt:lpstr>Courier New</vt:lpstr>
      <vt:lpstr>Times  new roman</vt:lpstr>
      <vt:lpstr>Times New Roman</vt:lpstr>
      <vt:lpstr>Wingdings</vt:lpstr>
      <vt:lpstr>Office Theme</vt:lpstr>
      <vt:lpstr>SMART BATTERY MANAGEMENT AND THERMAL PROTECTION SYSTEM WITH GSM ALERTS AND CLOUD INTEGRATION </vt:lpstr>
      <vt:lpstr>OBJECTIVE </vt:lpstr>
      <vt:lpstr>PowerPoint Presentation</vt:lpstr>
      <vt:lpstr>PowerPoint Presentation</vt:lpstr>
      <vt:lpstr>PowerPoint Presentation</vt:lpstr>
      <vt:lpstr>SCHEMATIC DIAGRAM</vt:lpstr>
      <vt:lpstr>PowerPoint Presentation</vt:lpstr>
      <vt:lpstr>PowerPoint Presentation</vt:lpstr>
      <vt:lpstr>CONCLUSION</vt:lpstr>
      <vt:lpstr>ありがとうございます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munnam bhavya</dc:creator>
  <cp:lastModifiedBy>munnam bhavya</cp:lastModifiedBy>
  <cp:revision>3</cp:revision>
  <dcterms:created xsi:type="dcterms:W3CDTF">2026-02-14T18:02:29Z</dcterms:created>
  <dcterms:modified xsi:type="dcterms:W3CDTF">2026-02-22T15:59:29Z</dcterms:modified>
</cp:coreProperties>
</file>